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9" r:id="rId27"/>
    <p:sldId id="285" r:id="rId28"/>
    <p:sldId id="286" r:id="rId29"/>
    <p:sldId id="287" r:id="rId30"/>
    <p:sldId id="288" r:id="rId31"/>
    <p:sldId id="290" r:id="rId32"/>
    <p:sldId id="291" r:id="rId33"/>
    <p:sldId id="292" r:id="rId34"/>
    <p:sldId id="300" r:id="rId35"/>
    <p:sldId id="299" r:id="rId36"/>
    <p:sldId id="298" r:id="rId37"/>
    <p:sldId id="297" r:id="rId38"/>
    <p:sldId id="296" r:id="rId39"/>
    <p:sldId id="295" r:id="rId40"/>
    <p:sldId id="301" r:id="rId41"/>
    <p:sldId id="302" r:id="rId42"/>
    <p:sldId id="304" r:id="rId43"/>
    <p:sldId id="303" r:id="rId44"/>
    <p:sldId id="305" r:id="rId45"/>
    <p:sldId id="306" r:id="rId46"/>
    <p:sldId id="294" r:id="rId47"/>
    <p:sldId id="293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5CAF77-8092-43A1-9B9E-B6410A7CC549}" v="1" dt="2026-04-24T23:20:16.9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9" d="100"/>
          <a:sy n="79" d="100"/>
        </p:scale>
        <p:origin x="420" y="-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Enrique Lopez Logacho" userId="cc39effb-7840-4670-ac53-7fb95b16ad13" providerId="ADAL" clId="{9A629EDA-C8CA-4D77-9957-3B8C411C5344}"/>
    <pc:docChg chg="undo custSel addSld delSld modSld sldOrd">
      <pc:chgData name="Jorge Enrique Lopez Logacho" userId="cc39effb-7840-4670-ac53-7fb95b16ad13" providerId="ADAL" clId="{9A629EDA-C8CA-4D77-9957-3B8C411C5344}" dt="2026-04-24T23:21:01.206" v="370"/>
      <pc:docMkLst>
        <pc:docMk/>
      </pc:docMkLst>
      <pc:sldChg chg="addSp delSp modSp mod setBg addAnim delDesignElem">
        <pc:chgData name="Jorge Enrique Lopez Logacho" userId="cc39effb-7840-4670-ac53-7fb95b16ad13" providerId="ADAL" clId="{9A629EDA-C8CA-4D77-9957-3B8C411C5344}" dt="2026-04-14T20:10:47.577" v="51"/>
        <pc:sldMkLst>
          <pc:docMk/>
          <pc:sldMk cId="1489119842" sldId="256"/>
        </pc:sldMkLst>
        <pc:spChg chg="mod">
          <ac:chgData name="Jorge Enrique Lopez Logacho" userId="cc39effb-7840-4670-ac53-7fb95b16ad13" providerId="ADAL" clId="{9A629EDA-C8CA-4D77-9957-3B8C411C5344}" dt="2026-04-14T20:03:20.822" v="0" actId="26606"/>
          <ac:spMkLst>
            <pc:docMk/>
            <pc:sldMk cId="1489119842" sldId="256"/>
            <ac:spMk id="2" creationId="{09B6CDEB-0B16-C5ED-2ACC-8BD5F7DDD08C}"/>
          </ac:spMkLst>
        </pc:spChg>
        <pc:spChg chg="mod">
          <ac:chgData name="Jorge Enrique Lopez Logacho" userId="cc39effb-7840-4670-ac53-7fb95b16ad13" providerId="ADAL" clId="{9A629EDA-C8CA-4D77-9957-3B8C411C5344}" dt="2026-04-14T20:03:20.822" v="0" actId="26606"/>
          <ac:spMkLst>
            <pc:docMk/>
            <pc:sldMk cId="1489119842" sldId="256"/>
            <ac:spMk id="3" creationId="{538E856D-AF74-3218-3E29-15A7770907EB}"/>
          </ac:spMkLst>
        </pc:spChg>
        <pc:picChg chg="add">
          <ac:chgData name="Jorge Enrique Lopez Logacho" userId="cc39effb-7840-4670-ac53-7fb95b16ad13" providerId="ADAL" clId="{9A629EDA-C8CA-4D77-9957-3B8C411C5344}" dt="2026-04-14T20:03:20.822" v="0" actId="26606"/>
          <ac:picMkLst>
            <pc:docMk/>
            <pc:sldMk cId="1489119842" sldId="256"/>
            <ac:picMk id="5" creationId="{F7609E8F-8385-32A1-2DA9-F7B0355CEB9D}"/>
          </ac:picMkLst>
        </pc:picChg>
      </pc:sldChg>
      <pc:sldChg chg="addSp delSp modSp mod setBg setClrOvrMap delDesignElem">
        <pc:chgData name="Jorge Enrique Lopez Logacho" userId="cc39effb-7840-4670-ac53-7fb95b16ad13" providerId="ADAL" clId="{9A629EDA-C8CA-4D77-9957-3B8C411C5344}" dt="2026-04-14T20:10:47.577" v="51"/>
        <pc:sldMkLst>
          <pc:docMk/>
          <pc:sldMk cId="2947905748" sldId="257"/>
        </pc:sldMkLst>
        <pc:spChg chg="mod">
          <ac:chgData name="Jorge Enrique Lopez Logacho" userId="cc39effb-7840-4670-ac53-7fb95b16ad13" providerId="ADAL" clId="{9A629EDA-C8CA-4D77-9957-3B8C411C5344}" dt="2026-04-14T20:09:06.675" v="8" actId="26606"/>
          <ac:spMkLst>
            <pc:docMk/>
            <pc:sldMk cId="2947905748" sldId="257"/>
            <ac:spMk id="2" creationId="{B1DF30F1-EDB1-4FCE-EA0F-34E623E0E9EA}"/>
          </ac:spMkLst>
        </pc:spChg>
        <pc:spChg chg="add mod">
          <ac:chgData name="Jorge Enrique Lopez Logacho" userId="cc39effb-7840-4670-ac53-7fb95b16ad13" providerId="ADAL" clId="{9A629EDA-C8CA-4D77-9957-3B8C411C5344}" dt="2026-04-14T20:09:40.117" v="44" actId="26606"/>
          <ac:spMkLst>
            <pc:docMk/>
            <pc:sldMk cId="2947905748" sldId="257"/>
            <ac:spMk id="5" creationId="{57B1E71C-2794-2D7A-B154-82B5A033B52F}"/>
          </ac:spMkLst>
        </pc:spChg>
        <pc:graphicFrameChg chg="add mod ord modGraphic">
          <ac:chgData name="Jorge Enrique Lopez Logacho" userId="cc39effb-7840-4670-ac53-7fb95b16ad13" providerId="ADAL" clId="{9A629EDA-C8CA-4D77-9957-3B8C411C5344}" dt="2026-04-14T20:09:40.117" v="44" actId="26606"/>
          <ac:graphicFrameMkLst>
            <pc:docMk/>
            <pc:sldMk cId="2947905748" sldId="257"/>
            <ac:graphicFrameMk id="4" creationId="{4EAACCD2-0113-204C-375D-2035912C8560}"/>
          </ac:graphicFrameMkLst>
        </pc:graphicFrameChg>
      </pc:sldChg>
      <pc:sldChg chg="addSp delSp modSp mod setBg delDesignElem">
        <pc:chgData name="Jorge Enrique Lopez Logacho" userId="cc39effb-7840-4670-ac53-7fb95b16ad13" providerId="ADAL" clId="{9A629EDA-C8CA-4D77-9957-3B8C411C5344}" dt="2026-04-14T20:10:47.756" v="52" actId="27636"/>
        <pc:sldMkLst>
          <pc:docMk/>
          <pc:sldMk cId="2572219672" sldId="258"/>
        </pc:sldMkLst>
        <pc:spChg chg="mod">
          <ac:chgData name="Jorge Enrique Lopez Logacho" userId="cc39effb-7840-4670-ac53-7fb95b16ad13" providerId="ADAL" clId="{9A629EDA-C8CA-4D77-9957-3B8C411C5344}" dt="2026-04-14T20:10:17.401" v="46"/>
          <ac:spMkLst>
            <pc:docMk/>
            <pc:sldMk cId="2572219672" sldId="258"/>
            <ac:spMk id="2" creationId="{F7DDB05C-A15A-7C4A-4ED9-D4A65409067E}"/>
          </ac:spMkLst>
        </pc:spChg>
        <pc:spChg chg="mod">
          <ac:chgData name="Jorge Enrique Lopez Logacho" userId="cc39effb-7840-4670-ac53-7fb95b16ad13" providerId="ADAL" clId="{9A629EDA-C8CA-4D77-9957-3B8C411C5344}" dt="2026-04-14T20:10:47.756" v="52" actId="27636"/>
          <ac:spMkLst>
            <pc:docMk/>
            <pc:sldMk cId="2572219672" sldId="258"/>
            <ac:spMk id="3" creationId="{0FDFAAAF-1C53-DA34-E962-9E7B7BACE3C2}"/>
          </ac:spMkLst>
        </pc:spChg>
      </pc:sldChg>
      <pc:sldChg chg="modSp add mod">
        <pc:chgData name="Jorge Enrique Lopez Logacho" userId="cc39effb-7840-4670-ac53-7fb95b16ad13" providerId="ADAL" clId="{9A629EDA-C8CA-4D77-9957-3B8C411C5344}" dt="2026-04-14T20:16:31.780" v="77" actId="27636"/>
        <pc:sldMkLst>
          <pc:docMk/>
          <pc:sldMk cId="2321441360" sldId="259"/>
        </pc:sldMkLst>
        <pc:spChg chg="mod">
          <ac:chgData name="Jorge Enrique Lopez Logacho" userId="cc39effb-7840-4670-ac53-7fb95b16ad13" providerId="ADAL" clId="{9A629EDA-C8CA-4D77-9957-3B8C411C5344}" dt="2026-04-14T20:11:26.557" v="61" actId="6549"/>
          <ac:spMkLst>
            <pc:docMk/>
            <pc:sldMk cId="2321441360" sldId="259"/>
            <ac:spMk id="2" creationId="{204A522A-90B5-1486-12DB-A6C65C5D8EC7}"/>
          </ac:spMkLst>
        </pc:spChg>
        <pc:spChg chg="mod">
          <ac:chgData name="Jorge Enrique Lopez Logacho" userId="cc39effb-7840-4670-ac53-7fb95b16ad13" providerId="ADAL" clId="{9A629EDA-C8CA-4D77-9957-3B8C411C5344}" dt="2026-04-14T20:16:31.780" v="77" actId="27636"/>
          <ac:spMkLst>
            <pc:docMk/>
            <pc:sldMk cId="2321441360" sldId="259"/>
            <ac:spMk id="3" creationId="{348CD0AE-23CF-5200-4F58-5ADA910C7A66}"/>
          </ac:spMkLst>
        </pc:spChg>
      </pc:sldChg>
      <pc:sldChg chg="addSp modSp add mod">
        <pc:chgData name="Jorge Enrique Lopez Logacho" userId="cc39effb-7840-4670-ac53-7fb95b16ad13" providerId="ADAL" clId="{9A629EDA-C8CA-4D77-9957-3B8C411C5344}" dt="2026-04-14T20:16:58.299" v="81" actId="14100"/>
        <pc:sldMkLst>
          <pc:docMk/>
          <pc:sldMk cId="64415029" sldId="260"/>
        </pc:sldMkLst>
        <pc:picChg chg="add mod">
          <ac:chgData name="Jorge Enrique Lopez Logacho" userId="cc39effb-7840-4670-ac53-7fb95b16ad13" providerId="ADAL" clId="{9A629EDA-C8CA-4D77-9957-3B8C411C5344}" dt="2026-04-14T20:16:58.299" v="81" actId="14100"/>
          <ac:picMkLst>
            <pc:docMk/>
            <pc:sldMk cId="64415029" sldId="260"/>
            <ac:picMk id="4" creationId="{A84249E7-E2A2-EAA6-AD19-233ABD8A97B4}"/>
          </ac:picMkLst>
        </pc:picChg>
      </pc:sldChg>
      <pc:sldChg chg="addSp modSp add mod">
        <pc:chgData name="Jorge Enrique Lopez Logacho" userId="cc39effb-7840-4670-ac53-7fb95b16ad13" providerId="ADAL" clId="{9A629EDA-C8CA-4D77-9957-3B8C411C5344}" dt="2026-04-14T20:18:10.538" v="85" actId="6549"/>
        <pc:sldMkLst>
          <pc:docMk/>
          <pc:sldMk cId="1961018947" sldId="261"/>
        </pc:sldMkLst>
        <pc:spChg chg="add mod">
          <ac:chgData name="Jorge Enrique Lopez Logacho" userId="cc39effb-7840-4670-ac53-7fb95b16ad13" providerId="ADAL" clId="{9A629EDA-C8CA-4D77-9957-3B8C411C5344}" dt="2026-04-14T20:18:10.538" v="85" actId="6549"/>
          <ac:spMkLst>
            <pc:docMk/>
            <pc:sldMk cId="1961018947" sldId="261"/>
            <ac:spMk id="5" creationId="{27E06C07-AAFF-3E3F-58C4-86BDF4064C11}"/>
          </ac:spMkLst>
        </pc:spChg>
      </pc:sldChg>
      <pc:sldChg chg="modSp add mod">
        <pc:chgData name="Jorge Enrique Lopez Logacho" userId="cc39effb-7840-4670-ac53-7fb95b16ad13" providerId="ADAL" clId="{9A629EDA-C8CA-4D77-9957-3B8C411C5344}" dt="2026-04-14T20:18:41.277" v="91" actId="27636"/>
        <pc:sldMkLst>
          <pc:docMk/>
          <pc:sldMk cId="1312844825" sldId="262"/>
        </pc:sldMkLst>
        <pc:spChg chg="mod">
          <ac:chgData name="Jorge Enrique Lopez Logacho" userId="cc39effb-7840-4670-ac53-7fb95b16ad13" providerId="ADAL" clId="{9A629EDA-C8CA-4D77-9957-3B8C411C5344}" dt="2026-04-14T20:18:41.277" v="91" actId="27636"/>
          <ac:spMkLst>
            <pc:docMk/>
            <pc:sldMk cId="1312844825" sldId="262"/>
            <ac:spMk id="3" creationId="{7990A361-4A05-6A46-2F2A-31751A7F6009}"/>
          </ac:spMkLst>
        </pc:spChg>
      </pc:sldChg>
      <pc:sldChg chg="addSp modSp add">
        <pc:chgData name="Jorge Enrique Lopez Logacho" userId="cc39effb-7840-4670-ac53-7fb95b16ad13" providerId="ADAL" clId="{9A629EDA-C8CA-4D77-9957-3B8C411C5344}" dt="2026-04-14T20:20:17.424" v="99" actId="14100"/>
        <pc:sldMkLst>
          <pc:docMk/>
          <pc:sldMk cId="4210274230" sldId="263"/>
        </pc:sldMkLst>
        <pc:spChg chg="mod">
          <ac:chgData name="Jorge Enrique Lopez Logacho" userId="cc39effb-7840-4670-ac53-7fb95b16ad13" providerId="ADAL" clId="{9A629EDA-C8CA-4D77-9957-3B8C411C5344}" dt="2026-04-14T20:19:58.105" v="94" actId="1076"/>
          <ac:spMkLst>
            <pc:docMk/>
            <pc:sldMk cId="4210274230" sldId="263"/>
            <ac:spMk id="3" creationId="{24C5565A-A30B-D716-9782-8DCE6D27EBCF}"/>
          </ac:spMkLst>
        </pc:spChg>
        <pc:spChg chg="add mod">
          <ac:chgData name="Jorge Enrique Lopez Logacho" userId="cc39effb-7840-4670-ac53-7fb95b16ad13" providerId="ADAL" clId="{9A629EDA-C8CA-4D77-9957-3B8C411C5344}" dt="2026-04-14T20:20:11.009" v="97" actId="1076"/>
          <ac:spMkLst>
            <pc:docMk/>
            <pc:sldMk cId="4210274230" sldId="263"/>
            <ac:spMk id="4" creationId="{001024C2-CB42-E6A0-8A52-BCA5B087C554}"/>
          </ac:spMkLst>
        </pc:spChg>
        <pc:spChg chg="add mod">
          <ac:chgData name="Jorge Enrique Lopez Logacho" userId="cc39effb-7840-4670-ac53-7fb95b16ad13" providerId="ADAL" clId="{9A629EDA-C8CA-4D77-9957-3B8C411C5344}" dt="2026-04-14T20:19:58.105" v="94" actId="1076"/>
          <ac:spMkLst>
            <pc:docMk/>
            <pc:sldMk cId="4210274230" sldId="263"/>
            <ac:spMk id="5" creationId="{91505B6B-B222-215D-7671-DF482B7A2C31}"/>
          </ac:spMkLst>
        </pc:spChg>
        <pc:picChg chg="add mod">
          <ac:chgData name="Jorge Enrique Lopez Logacho" userId="cc39effb-7840-4670-ac53-7fb95b16ad13" providerId="ADAL" clId="{9A629EDA-C8CA-4D77-9957-3B8C411C5344}" dt="2026-04-14T20:20:17.424" v="99" actId="14100"/>
          <ac:picMkLst>
            <pc:docMk/>
            <pc:sldMk cId="4210274230" sldId="263"/>
            <ac:picMk id="2049" creationId="{EB87F433-8F36-7C16-5925-93E3D1E35677}"/>
          </ac:picMkLst>
        </pc:picChg>
      </pc:sldChg>
      <pc:sldChg chg="modSp add mod">
        <pc:chgData name="Jorge Enrique Lopez Logacho" userId="cc39effb-7840-4670-ac53-7fb95b16ad13" providerId="ADAL" clId="{9A629EDA-C8CA-4D77-9957-3B8C411C5344}" dt="2026-04-14T20:21:03.102" v="105" actId="27636"/>
        <pc:sldMkLst>
          <pc:docMk/>
          <pc:sldMk cId="3620815225" sldId="264"/>
        </pc:sldMkLst>
        <pc:spChg chg="mod">
          <ac:chgData name="Jorge Enrique Lopez Logacho" userId="cc39effb-7840-4670-ac53-7fb95b16ad13" providerId="ADAL" clId="{9A629EDA-C8CA-4D77-9957-3B8C411C5344}" dt="2026-04-14T20:21:03.102" v="105" actId="27636"/>
          <ac:spMkLst>
            <pc:docMk/>
            <pc:sldMk cId="3620815225" sldId="264"/>
            <ac:spMk id="3" creationId="{54B264CB-904B-20C0-8977-E3716BF4DF5D}"/>
          </ac:spMkLst>
        </pc:spChg>
      </pc:sldChg>
      <pc:sldChg chg="modSp add mod">
        <pc:chgData name="Jorge Enrique Lopez Logacho" userId="cc39effb-7840-4670-ac53-7fb95b16ad13" providerId="ADAL" clId="{9A629EDA-C8CA-4D77-9957-3B8C411C5344}" dt="2026-04-14T20:21:38.666" v="110" actId="14100"/>
        <pc:sldMkLst>
          <pc:docMk/>
          <pc:sldMk cId="1131820411" sldId="265"/>
        </pc:sldMkLst>
        <pc:spChg chg="mod">
          <ac:chgData name="Jorge Enrique Lopez Logacho" userId="cc39effb-7840-4670-ac53-7fb95b16ad13" providerId="ADAL" clId="{9A629EDA-C8CA-4D77-9957-3B8C411C5344}" dt="2026-04-14T20:21:38.666" v="110" actId="14100"/>
          <ac:spMkLst>
            <pc:docMk/>
            <pc:sldMk cId="1131820411" sldId="265"/>
            <ac:spMk id="3" creationId="{026441CC-4951-DB63-84B2-BA04421F7DB1}"/>
          </ac:spMkLst>
        </pc:spChg>
      </pc:sldChg>
      <pc:sldChg chg="addSp delSp modSp add mod">
        <pc:chgData name="Jorge Enrique Lopez Logacho" userId="cc39effb-7840-4670-ac53-7fb95b16ad13" providerId="ADAL" clId="{9A629EDA-C8CA-4D77-9957-3B8C411C5344}" dt="2026-04-14T20:23:57.306" v="120"/>
        <pc:sldMkLst>
          <pc:docMk/>
          <pc:sldMk cId="2689625592" sldId="266"/>
        </pc:sldMkLst>
        <pc:spChg chg="add del mod">
          <ac:chgData name="Jorge Enrique Lopez Logacho" userId="cc39effb-7840-4670-ac53-7fb95b16ad13" providerId="ADAL" clId="{9A629EDA-C8CA-4D77-9957-3B8C411C5344}" dt="2026-04-14T20:23:57.306" v="120"/>
          <ac:spMkLst>
            <pc:docMk/>
            <pc:sldMk cId="2689625592" sldId="266"/>
            <ac:spMk id="3" creationId="{C00B0963-BB32-F9D3-40FD-5DCC561A2894}"/>
          </ac:spMkLst>
        </pc:spChg>
      </pc:sldChg>
      <pc:sldChg chg="modSp add mod">
        <pc:chgData name="Jorge Enrique Lopez Logacho" userId="cc39effb-7840-4670-ac53-7fb95b16ad13" providerId="ADAL" clId="{9A629EDA-C8CA-4D77-9957-3B8C411C5344}" dt="2026-04-14T20:28:36.066" v="139" actId="14100"/>
        <pc:sldMkLst>
          <pc:docMk/>
          <pc:sldMk cId="3811240870" sldId="267"/>
        </pc:sldMkLst>
        <pc:spChg chg="mod">
          <ac:chgData name="Jorge Enrique Lopez Logacho" userId="cc39effb-7840-4670-ac53-7fb95b16ad13" providerId="ADAL" clId="{9A629EDA-C8CA-4D77-9957-3B8C411C5344}" dt="2026-04-14T20:28:36.066" v="139" actId="14100"/>
          <ac:spMkLst>
            <pc:docMk/>
            <pc:sldMk cId="3811240870" sldId="267"/>
            <ac:spMk id="3" creationId="{D51C5F7C-A295-3BF9-0515-13121F8BD96E}"/>
          </ac:spMkLst>
        </pc:spChg>
      </pc:sldChg>
      <pc:sldChg chg="modSp add mod">
        <pc:chgData name="Jorge Enrique Lopez Logacho" userId="cc39effb-7840-4670-ac53-7fb95b16ad13" providerId="ADAL" clId="{9A629EDA-C8CA-4D77-9957-3B8C411C5344}" dt="2026-04-14T20:29:29.028" v="169" actId="20577"/>
        <pc:sldMkLst>
          <pc:docMk/>
          <pc:sldMk cId="3299646157" sldId="268"/>
        </pc:sldMkLst>
        <pc:spChg chg="mod">
          <ac:chgData name="Jorge Enrique Lopez Logacho" userId="cc39effb-7840-4670-ac53-7fb95b16ad13" providerId="ADAL" clId="{9A629EDA-C8CA-4D77-9957-3B8C411C5344}" dt="2026-04-14T20:29:29.028" v="169" actId="20577"/>
          <ac:spMkLst>
            <pc:docMk/>
            <pc:sldMk cId="3299646157" sldId="268"/>
            <ac:spMk id="3" creationId="{C2F24A76-7136-A836-2A14-9A3FA44D3062}"/>
          </ac:spMkLst>
        </pc:spChg>
      </pc:sldChg>
      <pc:sldChg chg="addSp delSp modSp add mod">
        <pc:chgData name="Jorge Enrique Lopez Logacho" userId="cc39effb-7840-4670-ac53-7fb95b16ad13" providerId="ADAL" clId="{9A629EDA-C8CA-4D77-9957-3B8C411C5344}" dt="2026-04-14T20:30:47.129" v="174" actId="14100"/>
        <pc:sldMkLst>
          <pc:docMk/>
          <pc:sldMk cId="2746786817" sldId="269"/>
        </pc:sldMkLst>
        <pc:picChg chg="add mod ord">
          <ac:chgData name="Jorge Enrique Lopez Logacho" userId="cc39effb-7840-4670-ac53-7fb95b16ad13" providerId="ADAL" clId="{9A629EDA-C8CA-4D77-9957-3B8C411C5344}" dt="2026-04-14T20:30:47.129" v="174" actId="14100"/>
          <ac:picMkLst>
            <pc:docMk/>
            <pc:sldMk cId="2746786817" sldId="269"/>
            <ac:picMk id="5" creationId="{2A105CFE-9489-09A3-46B0-E6267AF4E038}"/>
          </ac:picMkLst>
        </pc:picChg>
      </pc:sldChg>
      <pc:sldChg chg="modSp add mod">
        <pc:chgData name="Jorge Enrique Lopez Logacho" userId="cc39effb-7840-4670-ac53-7fb95b16ad13" providerId="ADAL" clId="{9A629EDA-C8CA-4D77-9957-3B8C411C5344}" dt="2026-04-14T20:31:20.673" v="179" actId="14100"/>
        <pc:sldMkLst>
          <pc:docMk/>
          <pc:sldMk cId="2745249378" sldId="271"/>
        </pc:sldMkLst>
        <pc:spChg chg="mod">
          <ac:chgData name="Jorge Enrique Lopez Logacho" userId="cc39effb-7840-4670-ac53-7fb95b16ad13" providerId="ADAL" clId="{9A629EDA-C8CA-4D77-9957-3B8C411C5344}" dt="2026-04-14T20:31:20.673" v="179" actId="14100"/>
          <ac:spMkLst>
            <pc:docMk/>
            <pc:sldMk cId="2745249378" sldId="271"/>
            <ac:spMk id="3" creationId="{EE717B44-1448-7A99-54DC-853BB979CAF9}"/>
          </ac:spMkLst>
        </pc:spChg>
      </pc:sldChg>
      <pc:sldChg chg="addSp delSp modSp add mod">
        <pc:chgData name="Jorge Enrique Lopez Logacho" userId="cc39effb-7840-4670-ac53-7fb95b16ad13" providerId="ADAL" clId="{9A629EDA-C8CA-4D77-9957-3B8C411C5344}" dt="2026-04-14T20:48:30.227" v="208" actId="14100"/>
        <pc:sldMkLst>
          <pc:docMk/>
          <pc:sldMk cId="466838536" sldId="275"/>
        </pc:sldMkLst>
        <pc:picChg chg="add mod ord">
          <ac:chgData name="Jorge Enrique Lopez Logacho" userId="cc39effb-7840-4670-ac53-7fb95b16ad13" providerId="ADAL" clId="{9A629EDA-C8CA-4D77-9957-3B8C411C5344}" dt="2026-04-14T20:48:30.227" v="208" actId="14100"/>
          <ac:picMkLst>
            <pc:docMk/>
            <pc:sldMk cId="466838536" sldId="275"/>
            <ac:picMk id="5" creationId="{FAEE2A0C-C577-02F7-AF07-078F0691168B}"/>
          </ac:picMkLst>
        </pc:picChg>
      </pc:sldChg>
      <pc:sldChg chg="modSp add mod">
        <pc:chgData name="Jorge Enrique Lopez Logacho" userId="cc39effb-7840-4670-ac53-7fb95b16ad13" providerId="ADAL" clId="{9A629EDA-C8CA-4D77-9957-3B8C411C5344}" dt="2026-04-14T20:50:32.476" v="209"/>
        <pc:sldMkLst>
          <pc:docMk/>
          <pc:sldMk cId="1363655199" sldId="276"/>
        </pc:sldMkLst>
        <pc:spChg chg="mod">
          <ac:chgData name="Jorge Enrique Lopez Logacho" userId="cc39effb-7840-4670-ac53-7fb95b16ad13" providerId="ADAL" clId="{9A629EDA-C8CA-4D77-9957-3B8C411C5344}" dt="2026-04-14T20:50:32.476" v="209"/>
          <ac:spMkLst>
            <pc:docMk/>
            <pc:sldMk cId="1363655199" sldId="276"/>
            <ac:spMk id="3" creationId="{04C26D1D-C4B1-C0E4-2758-7E8445F3AF69}"/>
          </ac:spMkLst>
        </pc:spChg>
      </pc:sldChg>
      <pc:sldChg chg="modSp add mod">
        <pc:chgData name="Jorge Enrique Lopez Logacho" userId="cc39effb-7840-4670-ac53-7fb95b16ad13" providerId="ADAL" clId="{9A629EDA-C8CA-4D77-9957-3B8C411C5344}" dt="2026-04-14T20:50:55.685" v="212" actId="14100"/>
        <pc:sldMkLst>
          <pc:docMk/>
          <pc:sldMk cId="824848654" sldId="277"/>
        </pc:sldMkLst>
        <pc:spChg chg="mod">
          <ac:chgData name="Jorge Enrique Lopez Logacho" userId="cc39effb-7840-4670-ac53-7fb95b16ad13" providerId="ADAL" clId="{9A629EDA-C8CA-4D77-9957-3B8C411C5344}" dt="2026-04-14T20:50:55.685" v="212" actId="14100"/>
          <ac:spMkLst>
            <pc:docMk/>
            <pc:sldMk cId="824848654" sldId="277"/>
            <ac:spMk id="3" creationId="{F1C62862-3F32-BA61-0CDF-FBBE9B771A0A}"/>
          </ac:spMkLst>
        </pc:spChg>
      </pc:sldChg>
      <pc:sldChg chg="addSp delSp modSp add mod">
        <pc:chgData name="Jorge Enrique Lopez Logacho" userId="cc39effb-7840-4670-ac53-7fb95b16ad13" providerId="ADAL" clId="{9A629EDA-C8CA-4D77-9957-3B8C411C5344}" dt="2026-04-14T21:18:02.012" v="218" actId="14100"/>
        <pc:sldMkLst>
          <pc:docMk/>
          <pc:sldMk cId="2897317016" sldId="278"/>
        </pc:sldMkLst>
        <pc:picChg chg="add mod ord">
          <ac:chgData name="Jorge Enrique Lopez Logacho" userId="cc39effb-7840-4670-ac53-7fb95b16ad13" providerId="ADAL" clId="{9A629EDA-C8CA-4D77-9957-3B8C411C5344}" dt="2026-04-14T21:18:02.012" v="218" actId="14100"/>
          <ac:picMkLst>
            <pc:docMk/>
            <pc:sldMk cId="2897317016" sldId="278"/>
            <ac:picMk id="5" creationId="{25CE2A50-1349-F761-38EB-CC28DC6E6579}"/>
          </ac:picMkLst>
        </pc:picChg>
      </pc:sldChg>
      <pc:sldChg chg="addSp delSp modSp add mod">
        <pc:chgData name="Jorge Enrique Lopez Logacho" userId="cc39effb-7840-4670-ac53-7fb95b16ad13" providerId="ADAL" clId="{9A629EDA-C8CA-4D77-9957-3B8C411C5344}" dt="2026-04-14T21:18:56.512" v="222" actId="14100"/>
        <pc:sldMkLst>
          <pc:docMk/>
          <pc:sldMk cId="1775186972" sldId="279"/>
        </pc:sldMkLst>
        <pc:picChg chg="add mod ord">
          <ac:chgData name="Jorge Enrique Lopez Logacho" userId="cc39effb-7840-4670-ac53-7fb95b16ad13" providerId="ADAL" clId="{9A629EDA-C8CA-4D77-9957-3B8C411C5344}" dt="2026-04-14T21:18:56.512" v="222" actId="14100"/>
          <ac:picMkLst>
            <pc:docMk/>
            <pc:sldMk cId="1775186972" sldId="279"/>
            <ac:picMk id="5" creationId="{12EC2674-EFB4-9E5E-FB91-67DB81E105A5}"/>
          </ac:picMkLst>
        </pc:picChg>
      </pc:sldChg>
      <pc:sldChg chg="addSp delSp modSp add mod">
        <pc:chgData name="Jorge Enrique Lopez Logacho" userId="cc39effb-7840-4670-ac53-7fb95b16ad13" providerId="ADAL" clId="{9A629EDA-C8CA-4D77-9957-3B8C411C5344}" dt="2026-04-14T21:19:26.710" v="227" actId="14100"/>
        <pc:sldMkLst>
          <pc:docMk/>
          <pc:sldMk cId="3645845926" sldId="280"/>
        </pc:sldMkLst>
        <pc:picChg chg="add mod ord">
          <ac:chgData name="Jorge Enrique Lopez Logacho" userId="cc39effb-7840-4670-ac53-7fb95b16ad13" providerId="ADAL" clId="{9A629EDA-C8CA-4D77-9957-3B8C411C5344}" dt="2026-04-14T21:19:26.710" v="227" actId="14100"/>
          <ac:picMkLst>
            <pc:docMk/>
            <pc:sldMk cId="3645845926" sldId="280"/>
            <ac:picMk id="5" creationId="{6CADBA49-BC14-BA4A-1E79-0CBA7FCA8D40}"/>
          </ac:picMkLst>
        </pc:picChg>
      </pc:sldChg>
      <pc:sldChg chg="addSp delSp modSp add mod setBg">
        <pc:chgData name="Jorge Enrique Lopez Logacho" userId="cc39effb-7840-4670-ac53-7fb95b16ad13" providerId="ADAL" clId="{9A629EDA-C8CA-4D77-9957-3B8C411C5344}" dt="2026-04-14T21:20:28.414" v="234" actId="14100"/>
        <pc:sldMkLst>
          <pc:docMk/>
          <pc:sldMk cId="2233245731" sldId="281"/>
        </pc:sldMkLst>
        <pc:spChg chg="mod">
          <ac:chgData name="Jorge Enrique Lopez Logacho" userId="cc39effb-7840-4670-ac53-7fb95b16ad13" providerId="ADAL" clId="{9A629EDA-C8CA-4D77-9957-3B8C411C5344}" dt="2026-04-14T21:20:15.590" v="230" actId="26606"/>
          <ac:spMkLst>
            <pc:docMk/>
            <pc:sldMk cId="2233245731" sldId="281"/>
            <ac:spMk id="2" creationId="{FAF2C377-8685-ED07-9413-86318BB51D85}"/>
          </ac:spMkLst>
        </pc:spChg>
        <pc:picChg chg="add mod ord">
          <ac:chgData name="Jorge Enrique Lopez Logacho" userId="cc39effb-7840-4670-ac53-7fb95b16ad13" providerId="ADAL" clId="{9A629EDA-C8CA-4D77-9957-3B8C411C5344}" dt="2026-04-14T21:20:28.414" v="234" actId="14100"/>
          <ac:picMkLst>
            <pc:docMk/>
            <pc:sldMk cId="2233245731" sldId="281"/>
            <ac:picMk id="5" creationId="{ACF0C6FA-9D4F-45B6-F219-E85F2094B367}"/>
          </ac:picMkLst>
        </pc:picChg>
      </pc:sldChg>
      <pc:sldChg chg="addSp delSp modSp add mod">
        <pc:chgData name="Jorge Enrique Lopez Logacho" userId="cc39effb-7840-4670-ac53-7fb95b16ad13" providerId="ADAL" clId="{9A629EDA-C8CA-4D77-9957-3B8C411C5344}" dt="2026-04-14T21:21:08.574" v="238" actId="14100"/>
        <pc:sldMkLst>
          <pc:docMk/>
          <pc:sldMk cId="3991667232" sldId="282"/>
        </pc:sldMkLst>
        <pc:spChg chg="add">
          <ac:chgData name="Jorge Enrique Lopez Logacho" userId="cc39effb-7840-4670-ac53-7fb95b16ad13" providerId="ADAL" clId="{9A629EDA-C8CA-4D77-9957-3B8C411C5344}" dt="2026-04-14T21:20:58.991" v="235"/>
          <ac:spMkLst>
            <pc:docMk/>
            <pc:sldMk cId="3991667232" sldId="282"/>
            <ac:spMk id="5" creationId="{338A109A-397F-C3D2-018A-79A05FD205AE}"/>
          </ac:spMkLst>
        </pc:spChg>
        <pc:graphicFrameChg chg="add mod modGraphic">
          <ac:chgData name="Jorge Enrique Lopez Logacho" userId="cc39effb-7840-4670-ac53-7fb95b16ad13" providerId="ADAL" clId="{9A629EDA-C8CA-4D77-9957-3B8C411C5344}" dt="2026-04-14T21:21:08.574" v="238" actId="14100"/>
          <ac:graphicFrameMkLst>
            <pc:docMk/>
            <pc:sldMk cId="3991667232" sldId="282"/>
            <ac:graphicFrameMk id="4" creationId="{46653CD9-0E1F-B668-81DD-FF99A6BF4C6C}"/>
          </ac:graphicFrameMkLst>
        </pc:graphicFrameChg>
      </pc:sldChg>
      <pc:sldChg chg="modSp add mod">
        <pc:chgData name="Jorge Enrique Lopez Logacho" userId="cc39effb-7840-4670-ac53-7fb95b16ad13" providerId="ADAL" clId="{9A629EDA-C8CA-4D77-9957-3B8C411C5344}" dt="2026-04-20T14:36:35.092" v="240" actId="27636"/>
        <pc:sldMkLst>
          <pc:docMk/>
          <pc:sldMk cId="1436080914" sldId="283"/>
        </pc:sldMkLst>
        <pc:spChg chg="mod">
          <ac:chgData name="Jorge Enrique Lopez Logacho" userId="cc39effb-7840-4670-ac53-7fb95b16ad13" providerId="ADAL" clId="{9A629EDA-C8CA-4D77-9957-3B8C411C5344}" dt="2026-04-20T14:36:35.092" v="240" actId="27636"/>
          <ac:spMkLst>
            <pc:docMk/>
            <pc:sldMk cId="1436080914" sldId="283"/>
            <ac:spMk id="3" creationId="{148AA472-9EBE-5365-D607-453575CE6660}"/>
          </ac:spMkLst>
        </pc:spChg>
      </pc:sldChg>
      <pc:sldChg chg="addSp modSp add mod">
        <pc:chgData name="Jorge Enrique Lopez Logacho" userId="cc39effb-7840-4670-ac53-7fb95b16ad13" providerId="ADAL" clId="{9A629EDA-C8CA-4D77-9957-3B8C411C5344}" dt="2026-04-20T14:37:26.998" v="246" actId="14100"/>
        <pc:sldMkLst>
          <pc:docMk/>
          <pc:sldMk cId="2503677796" sldId="284"/>
        </pc:sldMkLst>
        <pc:spChg chg="mod">
          <ac:chgData name="Jorge Enrique Lopez Logacho" userId="cc39effb-7840-4670-ac53-7fb95b16ad13" providerId="ADAL" clId="{9A629EDA-C8CA-4D77-9957-3B8C411C5344}" dt="2026-04-20T14:37:06.056" v="241"/>
          <ac:spMkLst>
            <pc:docMk/>
            <pc:sldMk cId="2503677796" sldId="284"/>
            <ac:spMk id="3" creationId="{018387E6-C7D0-5ACD-6781-A2E769A66779}"/>
          </ac:spMkLst>
        </pc:spChg>
        <pc:picChg chg="add mod">
          <ac:chgData name="Jorge Enrique Lopez Logacho" userId="cc39effb-7840-4670-ac53-7fb95b16ad13" providerId="ADAL" clId="{9A629EDA-C8CA-4D77-9957-3B8C411C5344}" dt="2026-04-20T14:37:26.998" v="246" actId="14100"/>
          <ac:picMkLst>
            <pc:docMk/>
            <pc:sldMk cId="2503677796" sldId="284"/>
            <ac:picMk id="5" creationId="{F285788D-EBF5-B5AD-75B2-4A3AAB87C3C4}"/>
          </ac:picMkLst>
        </pc:picChg>
      </pc:sldChg>
      <pc:sldChg chg="addSp delSp modSp add mod">
        <pc:chgData name="Jorge Enrique Lopez Logacho" userId="cc39effb-7840-4670-ac53-7fb95b16ad13" providerId="ADAL" clId="{9A629EDA-C8CA-4D77-9957-3B8C411C5344}" dt="2026-04-20T14:51:48.333" v="310" actId="20577"/>
        <pc:sldMkLst>
          <pc:docMk/>
          <pc:sldMk cId="3052125801" sldId="285"/>
        </pc:sldMkLst>
        <pc:spChg chg="mod">
          <ac:chgData name="Jorge Enrique Lopez Logacho" userId="cc39effb-7840-4670-ac53-7fb95b16ad13" providerId="ADAL" clId="{9A629EDA-C8CA-4D77-9957-3B8C411C5344}" dt="2026-04-20T14:51:48.333" v="310" actId="20577"/>
          <ac:spMkLst>
            <pc:docMk/>
            <pc:sldMk cId="3052125801" sldId="285"/>
            <ac:spMk id="3" creationId="{373B87A6-21B7-4986-48FC-6AF36DB5E3AA}"/>
          </ac:spMkLst>
        </pc:spChg>
        <pc:picChg chg="add mod">
          <ac:chgData name="Jorge Enrique Lopez Logacho" userId="cc39effb-7840-4670-ac53-7fb95b16ad13" providerId="ADAL" clId="{9A629EDA-C8CA-4D77-9957-3B8C411C5344}" dt="2026-04-20T14:39:52.863" v="268" actId="14100"/>
          <ac:picMkLst>
            <pc:docMk/>
            <pc:sldMk cId="3052125801" sldId="285"/>
            <ac:picMk id="6" creationId="{7640C7DF-5275-D937-24E6-31149997C7CB}"/>
          </ac:picMkLst>
        </pc:picChg>
      </pc:sldChg>
      <pc:sldChg chg="modSp add mod">
        <pc:chgData name="Jorge Enrique Lopez Logacho" userId="cc39effb-7840-4670-ac53-7fb95b16ad13" providerId="ADAL" clId="{9A629EDA-C8CA-4D77-9957-3B8C411C5344}" dt="2026-04-20T14:52:28.513" v="323" actId="20577"/>
        <pc:sldMkLst>
          <pc:docMk/>
          <pc:sldMk cId="2426036463" sldId="286"/>
        </pc:sldMkLst>
        <pc:spChg chg="mod">
          <ac:chgData name="Jorge Enrique Lopez Logacho" userId="cc39effb-7840-4670-ac53-7fb95b16ad13" providerId="ADAL" clId="{9A629EDA-C8CA-4D77-9957-3B8C411C5344}" dt="2026-04-20T14:52:28.513" v="323" actId="20577"/>
          <ac:spMkLst>
            <pc:docMk/>
            <pc:sldMk cId="2426036463" sldId="286"/>
            <ac:spMk id="3" creationId="{B30C3EE8-02B1-3099-C417-5A09A8577C18}"/>
          </ac:spMkLst>
        </pc:spChg>
      </pc:sldChg>
      <pc:sldChg chg="modSp add mod">
        <pc:chgData name="Jorge Enrique Lopez Logacho" userId="cc39effb-7840-4670-ac53-7fb95b16ad13" providerId="ADAL" clId="{9A629EDA-C8CA-4D77-9957-3B8C411C5344}" dt="2026-04-20T14:41:14.331" v="271"/>
        <pc:sldMkLst>
          <pc:docMk/>
          <pc:sldMk cId="1519858354" sldId="287"/>
        </pc:sldMkLst>
        <pc:spChg chg="mod">
          <ac:chgData name="Jorge Enrique Lopez Logacho" userId="cc39effb-7840-4670-ac53-7fb95b16ad13" providerId="ADAL" clId="{9A629EDA-C8CA-4D77-9957-3B8C411C5344}" dt="2026-04-20T14:41:14.331" v="271"/>
          <ac:spMkLst>
            <pc:docMk/>
            <pc:sldMk cId="1519858354" sldId="287"/>
            <ac:spMk id="3" creationId="{005464C4-05CF-5152-109B-5E20424BD932}"/>
          </ac:spMkLst>
        </pc:spChg>
      </pc:sldChg>
      <pc:sldChg chg="addSp modSp add mod">
        <pc:chgData name="Jorge Enrique Lopez Logacho" userId="cc39effb-7840-4670-ac53-7fb95b16ad13" providerId="ADAL" clId="{9A629EDA-C8CA-4D77-9957-3B8C411C5344}" dt="2026-04-20T14:41:52.222" v="275" actId="14100"/>
        <pc:sldMkLst>
          <pc:docMk/>
          <pc:sldMk cId="3678503280" sldId="288"/>
        </pc:sldMkLst>
        <pc:spChg chg="mod">
          <ac:chgData name="Jorge Enrique Lopez Logacho" userId="cc39effb-7840-4670-ac53-7fb95b16ad13" providerId="ADAL" clId="{9A629EDA-C8CA-4D77-9957-3B8C411C5344}" dt="2026-04-20T14:41:34.011" v="272"/>
          <ac:spMkLst>
            <pc:docMk/>
            <pc:sldMk cId="3678503280" sldId="288"/>
            <ac:spMk id="3" creationId="{36421637-35A0-4318-AE00-FC6A6035EB49}"/>
          </ac:spMkLst>
        </pc:spChg>
        <pc:picChg chg="add mod">
          <ac:chgData name="Jorge Enrique Lopez Logacho" userId="cc39effb-7840-4670-ac53-7fb95b16ad13" providerId="ADAL" clId="{9A629EDA-C8CA-4D77-9957-3B8C411C5344}" dt="2026-04-20T14:41:52.222" v="275" actId="14100"/>
          <ac:picMkLst>
            <pc:docMk/>
            <pc:sldMk cId="3678503280" sldId="288"/>
            <ac:picMk id="5" creationId="{15BA34DB-0072-3764-C2D5-DBF1FA151A7A}"/>
          </ac:picMkLst>
        </pc:picChg>
      </pc:sldChg>
      <pc:sldChg chg="addSp delSp modSp add mod ord">
        <pc:chgData name="Jorge Enrique Lopez Logacho" userId="cc39effb-7840-4670-ac53-7fb95b16ad13" providerId="ADAL" clId="{9A629EDA-C8CA-4D77-9957-3B8C411C5344}" dt="2026-04-20T14:51:28.382" v="297" actId="14100"/>
        <pc:sldMkLst>
          <pc:docMk/>
          <pc:sldMk cId="2896472938" sldId="289"/>
        </pc:sldMkLst>
        <pc:spChg chg="add mod">
          <ac:chgData name="Jorge Enrique Lopez Logacho" userId="cc39effb-7840-4670-ac53-7fb95b16ad13" providerId="ADAL" clId="{9A629EDA-C8CA-4D77-9957-3B8C411C5344}" dt="2026-04-20T14:38:52.724" v="258" actId="1076"/>
          <ac:spMkLst>
            <pc:docMk/>
            <pc:sldMk cId="2896472938" sldId="289"/>
            <ac:spMk id="9" creationId="{2F1B042B-AD33-3BD0-6642-10F4480B1632}"/>
          </ac:spMkLst>
        </pc:spChg>
        <pc:picChg chg="add mod ord">
          <ac:chgData name="Jorge Enrique Lopez Logacho" userId="cc39effb-7840-4670-ac53-7fb95b16ad13" providerId="ADAL" clId="{9A629EDA-C8CA-4D77-9957-3B8C411C5344}" dt="2026-04-20T14:51:28.382" v="297" actId="14100"/>
          <ac:picMkLst>
            <pc:docMk/>
            <pc:sldMk cId="2896472938" sldId="289"/>
            <ac:picMk id="5" creationId="{DB2D9F0C-42E4-17A2-C25B-0BDD025049E9}"/>
          </ac:picMkLst>
        </pc:picChg>
      </pc:sldChg>
      <pc:sldChg chg="addSp delSp modSp add mod">
        <pc:chgData name="Jorge Enrique Lopez Logacho" userId="cc39effb-7840-4670-ac53-7fb95b16ad13" providerId="ADAL" clId="{9A629EDA-C8CA-4D77-9957-3B8C411C5344}" dt="2026-04-20T14:43:07.777" v="287" actId="14100"/>
        <pc:sldMkLst>
          <pc:docMk/>
          <pc:sldMk cId="377163163" sldId="290"/>
        </pc:sldMkLst>
        <pc:spChg chg="mod">
          <ac:chgData name="Jorge Enrique Lopez Logacho" userId="cc39effb-7840-4670-ac53-7fb95b16ad13" providerId="ADAL" clId="{9A629EDA-C8CA-4D77-9957-3B8C411C5344}" dt="2026-04-20T14:42:47.034" v="282"/>
          <ac:spMkLst>
            <pc:docMk/>
            <pc:sldMk cId="377163163" sldId="290"/>
            <ac:spMk id="3" creationId="{783AFEB5-7F22-222A-CA33-0352AC7C3044}"/>
          </ac:spMkLst>
        </pc:spChg>
        <pc:picChg chg="add mod">
          <ac:chgData name="Jorge Enrique Lopez Logacho" userId="cc39effb-7840-4670-ac53-7fb95b16ad13" providerId="ADAL" clId="{9A629EDA-C8CA-4D77-9957-3B8C411C5344}" dt="2026-04-20T14:43:07.777" v="287" actId="14100"/>
          <ac:picMkLst>
            <pc:docMk/>
            <pc:sldMk cId="377163163" sldId="290"/>
            <ac:picMk id="6" creationId="{5B3DCFE7-C420-72AD-5057-D17FB27FEEE3}"/>
          </ac:picMkLst>
        </pc:picChg>
      </pc:sldChg>
      <pc:sldChg chg="addSp modSp add mod">
        <pc:chgData name="Jorge Enrique Lopez Logacho" userId="cc39effb-7840-4670-ac53-7fb95b16ad13" providerId="ADAL" clId="{9A629EDA-C8CA-4D77-9957-3B8C411C5344}" dt="2026-04-20T14:43:52.342" v="294" actId="14100"/>
        <pc:sldMkLst>
          <pc:docMk/>
          <pc:sldMk cId="2878469884" sldId="291"/>
        </pc:sldMkLst>
        <pc:spChg chg="mod">
          <ac:chgData name="Jorge Enrique Lopez Logacho" userId="cc39effb-7840-4670-ac53-7fb95b16ad13" providerId="ADAL" clId="{9A629EDA-C8CA-4D77-9957-3B8C411C5344}" dt="2026-04-20T14:43:28.478" v="288"/>
          <ac:spMkLst>
            <pc:docMk/>
            <pc:sldMk cId="2878469884" sldId="291"/>
            <ac:spMk id="3" creationId="{14941B5C-82B9-9382-0E8B-30B0794300E3}"/>
          </ac:spMkLst>
        </pc:spChg>
        <pc:picChg chg="add mod">
          <ac:chgData name="Jorge Enrique Lopez Logacho" userId="cc39effb-7840-4670-ac53-7fb95b16ad13" providerId="ADAL" clId="{9A629EDA-C8CA-4D77-9957-3B8C411C5344}" dt="2026-04-20T14:43:52.342" v="294" actId="14100"/>
          <ac:picMkLst>
            <pc:docMk/>
            <pc:sldMk cId="2878469884" sldId="291"/>
            <ac:picMk id="5" creationId="{C0BD0D2D-82F4-D792-91D9-608A6B2A226F}"/>
          </ac:picMkLst>
        </pc:picChg>
      </pc:sldChg>
      <pc:sldChg chg="modSp add mod">
        <pc:chgData name="Jorge Enrique Lopez Logacho" userId="cc39effb-7840-4670-ac53-7fb95b16ad13" providerId="ADAL" clId="{9A629EDA-C8CA-4D77-9957-3B8C411C5344}" dt="2026-04-24T21:44:13.270" v="332"/>
        <pc:sldMkLst>
          <pc:docMk/>
          <pc:sldMk cId="3805592202" sldId="292"/>
        </pc:sldMkLst>
        <pc:spChg chg="mod">
          <ac:chgData name="Jorge Enrique Lopez Logacho" userId="cc39effb-7840-4670-ac53-7fb95b16ad13" providerId="ADAL" clId="{9A629EDA-C8CA-4D77-9957-3B8C411C5344}" dt="2026-04-24T21:44:13.270" v="332"/>
          <ac:spMkLst>
            <pc:docMk/>
            <pc:sldMk cId="3805592202" sldId="292"/>
            <ac:spMk id="3" creationId="{E6D0ABC1-043B-0BCB-2D6E-F52CA4EEE77C}"/>
          </ac:spMkLst>
        </pc:spChg>
      </pc:sldChg>
      <pc:sldChg chg="add">
        <pc:chgData name="Jorge Enrique Lopez Logacho" userId="cc39effb-7840-4670-ac53-7fb95b16ad13" providerId="ADAL" clId="{9A629EDA-C8CA-4D77-9957-3B8C411C5344}" dt="2026-04-24T21:43:10.547" v="324" actId="2890"/>
        <pc:sldMkLst>
          <pc:docMk/>
          <pc:sldMk cId="2703560238" sldId="293"/>
        </pc:sldMkLst>
      </pc:sldChg>
      <pc:sldChg chg="add">
        <pc:chgData name="Jorge Enrique Lopez Logacho" userId="cc39effb-7840-4670-ac53-7fb95b16ad13" providerId="ADAL" clId="{9A629EDA-C8CA-4D77-9957-3B8C411C5344}" dt="2026-04-24T21:43:12.870" v="325" actId="2890"/>
        <pc:sldMkLst>
          <pc:docMk/>
          <pc:sldMk cId="3629916968" sldId="294"/>
        </pc:sldMkLst>
      </pc:sldChg>
      <pc:sldChg chg="addSp modSp add mod">
        <pc:chgData name="Jorge Enrique Lopez Logacho" userId="cc39effb-7840-4670-ac53-7fb95b16ad13" providerId="ADAL" clId="{9A629EDA-C8CA-4D77-9957-3B8C411C5344}" dt="2026-04-24T22:11:13.188" v="351" actId="1076"/>
        <pc:sldMkLst>
          <pc:docMk/>
          <pc:sldMk cId="2521156597" sldId="295"/>
        </pc:sldMkLst>
        <pc:spChg chg="mod">
          <ac:chgData name="Jorge Enrique Lopez Logacho" userId="cc39effb-7840-4670-ac53-7fb95b16ad13" providerId="ADAL" clId="{9A629EDA-C8CA-4D77-9957-3B8C411C5344}" dt="2026-04-24T22:11:03.088" v="349"/>
          <ac:spMkLst>
            <pc:docMk/>
            <pc:sldMk cId="2521156597" sldId="295"/>
            <ac:spMk id="3" creationId="{6BF43E2B-2BF9-14D7-E2FA-6D172D3E5999}"/>
          </ac:spMkLst>
        </pc:spChg>
        <pc:picChg chg="add mod">
          <ac:chgData name="Jorge Enrique Lopez Logacho" userId="cc39effb-7840-4670-ac53-7fb95b16ad13" providerId="ADAL" clId="{9A629EDA-C8CA-4D77-9957-3B8C411C5344}" dt="2026-04-24T22:11:13.188" v="351" actId="1076"/>
          <ac:picMkLst>
            <pc:docMk/>
            <pc:sldMk cId="2521156597" sldId="295"/>
            <ac:picMk id="5" creationId="{65B5D3A8-E8BE-4BFC-C1DC-B1F849DE7652}"/>
          </ac:picMkLst>
        </pc:picChg>
      </pc:sldChg>
      <pc:sldChg chg="modSp add mod">
        <pc:chgData name="Jorge Enrique Lopez Logacho" userId="cc39effb-7840-4670-ac53-7fb95b16ad13" providerId="ADAL" clId="{9A629EDA-C8CA-4D77-9957-3B8C411C5344}" dt="2026-04-24T22:10:30.680" v="345"/>
        <pc:sldMkLst>
          <pc:docMk/>
          <pc:sldMk cId="3354261957" sldId="296"/>
        </pc:sldMkLst>
        <pc:spChg chg="mod">
          <ac:chgData name="Jorge Enrique Lopez Logacho" userId="cc39effb-7840-4670-ac53-7fb95b16ad13" providerId="ADAL" clId="{9A629EDA-C8CA-4D77-9957-3B8C411C5344}" dt="2026-04-24T22:10:30.680" v="345"/>
          <ac:spMkLst>
            <pc:docMk/>
            <pc:sldMk cId="3354261957" sldId="296"/>
            <ac:spMk id="3" creationId="{DF7D15F8-7EC4-2977-3C3E-CBD60559A240}"/>
          </ac:spMkLst>
        </pc:spChg>
      </pc:sldChg>
      <pc:sldChg chg="modSp add mod">
        <pc:chgData name="Jorge Enrique Lopez Logacho" userId="cc39effb-7840-4670-ac53-7fb95b16ad13" providerId="ADAL" clId="{9A629EDA-C8CA-4D77-9957-3B8C411C5344}" dt="2026-04-24T22:09:54.506" v="344"/>
        <pc:sldMkLst>
          <pc:docMk/>
          <pc:sldMk cId="4292293090" sldId="297"/>
        </pc:sldMkLst>
        <pc:spChg chg="mod">
          <ac:chgData name="Jorge Enrique Lopez Logacho" userId="cc39effb-7840-4670-ac53-7fb95b16ad13" providerId="ADAL" clId="{9A629EDA-C8CA-4D77-9957-3B8C411C5344}" dt="2026-04-24T22:09:54.506" v="344"/>
          <ac:spMkLst>
            <pc:docMk/>
            <pc:sldMk cId="4292293090" sldId="297"/>
            <ac:spMk id="3" creationId="{801B9A4E-1F3A-D57C-7D72-7C14FC4CADB3}"/>
          </ac:spMkLst>
        </pc:spChg>
      </pc:sldChg>
      <pc:sldChg chg="modSp add mod">
        <pc:chgData name="Jorge Enrique Lopez Logacho" userId="cc39effb-7840-4670-ac53-7fb95b16ad13" providerId="ADAL" clId="{9A629EDA-C8CA-4D77-9957-3B8C411C5344}" dt="2026-04-24T21:49:53.634" v="343" actId="27636"/>
        <pc:sldMkLst>
          <pc:docMk/>
          <pc:sldMk cId="1477295497" sldId="298"/>
        </pc:sldMkLst>
        <pc:spChg chg="mod">
          <ac:chgData name="Jorge Enrique Lopez Logacho" userId="cc39effb-7840-4670-ac53-7fb95b16ad13" providerId="ADAL" clId="{9A629EDA-C8CA-4D77-9957-3B8C411C5344}" dt="2026-04-24T21:49:53.634" v="343" actId="27636"/>
          <ac:spMkLst>
            <pc:docMk/>
            <pc:sldMk cId="1477295497" sldId="298"/>
            <ac:spMk id="3" creationId="{BC73AF60-04C0-A501-AD41-26EC0423B038}"/>
          </ac:spMkLst>
        </pc:spChg>
      </pc:sldChg>
      <pc:sldChg chg="modSp add mod">
        <pc:chgData name="Jorge Enrique Lopez Logacho" userId="cc39effb-7840-4670-ac53-7fb95b16ad13" providerId="ADAL" clId="{9A629EDA-C8CA-4D77-9957-3B8C411C5344}" dt="2026-04-24T21:45:20.751" v="341"/>
        <pc:sldMkLst>
          <pc:docMk/>
          <pc:sldMk cId="1414372146" sldId="299"/>
        </pc:sldMkLst>
        <pc:spChg chg="mod">
          <ac:chgData name="Jorge Enrique Lopez Logacho" userId="cc39effb-7840-4670-ac53-7fb95b16ad13" providerId="ADAL" clId="{9A629EDA-C8CA-4D77-9957-3B8C411C5344}" dt="2026-04-24T21:45:20.751" v="341"/>
          <ac:spMkLst>
            <pc:docMk/>
            <pc:sldMk cId="1414372146" sldId="299"/>
            <ac:spMk id="3" creationId="{36051D99-B418-57C3-A3C2-D68B0CD071EF}"/>
          </ac:spMkLst>
        </pc:spChg>
      </pc:sldChg>
      <pc:sldChg chg="addSp delSp modSp add mod">
        <pc:chgData name="Jorge Enrique Lopez Logacho" userId="cc39effb-7840-4670-ac53-7fb95b16ad13" providerId="ADAL" clId="{9A629EDA-C8CA-4D77-9957-3B8C411C5344}" dt="2026-04-24T21:44:49.236" v="340" actId="14100"/>
        <pc:sldMkLst>
          <pc:docMk/>
          <pc:sldMk cId="3984910733" sldId="300"/>
        </pc:sldMkLst>
        <pc:spChg chg="del">
          <ac:chgData name="Jorge Enrique Lopez Logacho" userId="cc39effb-7840-4670-ac53-7fb95b16ad13" providerId="ADAL" clId="{9A629EDA-C8CA-4D77-9957-3B8C411C5344}" dt="2026-04-24T21:44:23.520" v="333" actId="22"/>
          <ac:spMkLst>
            <pc:docMk/>
            <pc:sldMk cId="3984910733" sldId="300"/>
            <ac:spMk id="3" creationId="{848807F5-AD96-2AB2-2DD7-51B4F54BAFFA}"/>
          </ac:spMkLst>
        </pc:spChg>
        <pc:picChg chg="add mod ord">
          <ac:chgData name="Jorge Enrique Lopez Logacho" userId="cc39effb-7840-4670-ac53-7fb95b16ad13" providerId="ADAL" clId="{9A629EDA-C8CA-4D77-9957-3B8C411C5344}" dt="2026-04-24T21:44:49.236" v="340" actId="14100"/>
          <ac:picMkLst>
            <pc:docMk/>
            <pc:sldMk cId="3984910733" sldId="300"/>
            <ac:picMk id="5" creationId="{93472E43-2A36-3B66-C977-2C81C7956E0C}"/>
          </ac:picMkLst>
        </pc:picChg>
      </pc:sldChg>
      <pc:sldChg chg="modSp add mod">
        <pc:chgData name="Jorge Enrique Lopez Logacho" userId="cc39effb-7840-4670-ac53-7fb95b16ad13" providerId="ADAL" clId="{9A629EDA-C8CA-4D77-9957-3B8C411C5344}" dt="2026-04-24T23:18:13.829" v="353" actId="27636"/>
        <pc:sldMkLst>
          <pc:docMk/>
          <pc:sldMk cId="3910667967" sldId="301"/>
        </pc:sldMkLst>
        <pc:spChg chg="mod">
          <ac:chgData name="Jorge Enrique Lopez Logacho" userId="cc39effb-7840-4670-ac53-7fb95b16ad13" providerId="ADAL" clId="{9A629EDA-C8CA-4D77-9957-3B8C411C5344}" dt="2026-04-24T23:18:13.829" v="353" actId="27636"/>
          <ac:spMkLst>
            <pc:docMk/>
            <pc:sldMk cId="3910667967" sldId="301"/>
            <ac:spMk id="3" creationId="{8FD82852-4617-58A6-AA27-F25F29FC410A}"/>
          </ac:spMkLst>
        </pc:spChg>
      </pc:sldChg>
      <pc:sldChg chg="addSp modSp add mod">
        <pc:chgData name="Jorge Enrique Lopez Logacho" userId="cc39effb-7840-4670-ac53-7fb95b16ad13" providerId="ADAL" clId="{9A629EDA-C8CA-4D77-9957-3B8C411C5344}" dt="2026-04-24T23:20:00.341" v="363" actId="14100"/>
        <pc:sldMkLst>
          <pc:docMk/>
          <pc:sldMk cId="3092379943" sldId="302"/>
        </pc:sldMkLst>
        <pc:spChg chg="mod">
          <ac:chgData name="Jorge Enrique Lopez Logacho" userId="cc39effb-7840-4670-ac53-7fb95b16ad13" providerId="ADAL" clId="{9A629EDA-C8CA-4D77-9957-3B8C411C5344}" dt="2026-04-24T23:19:37.450" v="358"/>
          <ac:spMkLst>
            <pc:docMk/>
            <pc:sldMk cId="3092379943" sldId="302"/>
            <ac:spMk id="3" creationId="{6190ADDA-563D-3B97-882B-076993FE5367}"/>
          </ac:spMkLst>
        </pc:spChg>
        <pc:picChg chg="add mod">
          <ac:chgData name="Jorge Enrique Lopez Logacho" userId="cc39effb-7840-4670-ac53-7fb95b16ad13" providerId="ADAL" clId="{9A629EDA-C8CA-4D77-9957-3B8C411C5344}" dt="2026-04-24T23:20:00.341" v="363" actId="14100"/>
          <ac:picMkLst>
            <pc:docMk/>
            <pc:sldMk cId="3092379943" sldId="302"/>
            <ac:picMk id="5" creationId="{3C30AA60-CEB6-ECAA-903A-80FEBB35E407}"/>
          </ac:picMkLst>
        </pc:picChg>
      </pc:sldChg>
      <pc:sldChg chg="modSp add mod">
        <pc:chgData name="Jorge Enrique Lopez Logacho" userId="cc39effb-7840-4670-ac53-7fb95b16ad13" providerId="ADAL" clId="{9A629EDA-C8CA-4D77-9957-3B8C411C5344}" dt="2026-04-24T23:21:01.206" v="370"/>
        <pc:sldMkLst>
          <pc:docMk/>
          <pc:sldMk cId="3127668753" sldId="303"/>
        </pc:sldMkLst>
        <pc:spChg chg="mod">
          <ac:chgData name="Jorge Enrique Lopez Logacho" userId="cc39effb-7840-4670-ac53-7fb95b16ad13" providerId="ADAL" clId="{9A629EDA-C8CA-4D77-9957-3B8C411C5344}" dt="2026-04-24T23:21:01.206" v="370"/>
          <ac:spMkLst>
            <pc:docMk/>
            <pc:sldMk cId="3127668753" sldId="303"/>
            <ac:spMk id="3" creationId="{C2FC441A-029B-BA81-3536-51E189F2A3DD}"/>
          </ac:spMkLst>
        </pc:spChg>
      </pc:sldChg>
      <pc:sldChg chg="addSp add del mod">
        <pc:chgData name="Jorge Enrique Lopez Logacho" userId="cc39effb-7840-4670-ac53-7fb95b16ad13" providerId="ADAL" clId="{9A629EDA-C8CA-4D77-9957-3B8C411C5344}" dt="2026-04-24T23:18:31.907" v="355" actId="2696"/>
        <pc:sldMkLst>
          <pc:docMk/>
          <pc:sldMk cId="3157683076" sldId="303"/>
        </pc:sldMkLst>
        <pc:spChg chg="add">
          <ac:chgData name="Jorge Enrique Lopez Logacho" userId="cc39effb-7840-4670-ac53-7fb95b16ad13" providerId="ADAL" clId="{9A629EDA-C8CA-4D77-9957-3B8C411C5344}" dt="2026-04-24T23:18:20.011" v="354" actId="22"/>
          <ac:spMkLst>
            <pc:docMk/>
            <pc:sldMk cId="3157683076" sldId="303"/>
            <ac:spMk id="5" creationId="{500C9AF9-DBBF-B94B-A71D-229E0643D8B1}"/>
          </ac:spMkLst>
        </pc:spChg>
      </pc:sldChg>
      <pc:sldChg chg="addSp modSp add mod">
        <pc:chgData name="Jorge Enrique Lopez Logacho" userId="cc39effb-7840-4670-ac53-7fb95b16ad13" providerId="ADAL" clId="{9A629EDA-C8CA-4D77-9957-3B8C411C5344}" dt="2026-04-24T23:20:34.403" v="369" actId="14100"/>
        <pc:sldMkLst>
          <pc:docMk/>
          <pc:sldMk cId="2399844027" sldId="304"/>
        </pc:sldMkLst>
        <pc:spChg chg="mod">
          <ac:chgData name="Jorge Enrique Lopez Logacho" userId="cc39effb-7840-4670-ac53-7fb95b16ad13" providerId="ADAL" clId="{9A629EDA-C8CA-4D77-9957-3B8C411C5344}" dt="2026-04-24T23:20:16.967" v="364"/>
          <ac:spMkLst>
            <pc:docMk/>
            <pc:sldMk cId="2399844027" sldId="304"/>
            <ac:spMk id="3" creationId="{9923312F-6513-8866-3A24-87FF52954B7D}"/>
          </ac:spMkLst>
        </pc:spChg>
        <pc:picChg chg="add mod">
          <ac:chgData name="Jorge Enrique Lopez Logacho" userId="cc39effb-7840-4670-ac53-7fb95b16ad13" providerId="ADAL" clId="{9A629EDA-C8CA-4D77-9957-3B8C411C5344}" dt="2026-04-24T23:20:34.403" v="369" actId="14100"/>
          <ac:picMkLst>
            <pc:docMk/>
            <pc:sldMk cId="2399844027" sldId="304"/>
            <ac:picMk id="5" creationId="{E03444C5-53CC-4ECF-7F6B-ADADDACFE92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83EED-DDD0-4327-9218-D33FCF71C03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3C730-1DB3-46CD-B978-C39BD0AF9CB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10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B3C730-1DB3-46CD-B978-C39BD0AF9CB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70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636B05B-240C-40E7-8C83-66878DC6FD13}" type="datetimeFigureOut">
              <a:rPr lang="es-EC" smtClean="0"/>
              <a:t>4/5/2026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0B9AACB-9A2E-48E9-91E8-9F93B2677FD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82668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05B-240C-40E7-8C83-66878DC6FD13}" type="datetimeFigureOut">
              <a:rPr lang="es-EC" smtClean="0"/>
              <a:t>4/5/2026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AACB-9A2E-48E9-91E8-9F93B2677FD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9739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05B-240C-40E7-8C83-66878DC6FD13}" type="datetimeFigureOut">
              <a:rPr lang="es-EC" smtClean="0"/>
              <a:t>4/5/2026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AACB-9A2E-48E9-91E8-9F93B2677FD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19345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05B-240C-40E7-8C83-66878DC6FD13}" type="datetimeFigureOut">
              <a:rPr lang="es-EC" smtClean="0"/>
              <a:t>4/5/2026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AACB-9A2E-48E9-91E8-9F93B2677FD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03866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05B-240C-40E7-8C83-66878DC6FD13}" type="datetimeFigureOut">
              <a:rPr lang="es-EC" smtClean="0"/>
              <a:t>4/5/2026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AACB-9A2E-48E9-91E8-9F93B2677FD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05538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05B-240C-40E7-8C83-66878DC6FD13}" type="datetimeFigureOut">
              <a:rPr lang="es-EC" smtClean="0"/>
              <a:t>4/5/2026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AACB-9A2E-48E9-91E8-9F93B2677FD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6053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05B-240C-40E7-8C83-66878DC6FD13}" type="datetimeFigureOut">
              <a:rPr lang="es-EC" smtClean="0"/>
              <a:t>4/5/2026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AACB-9A2E-48E9-91E8-9F93B2677FD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13714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05B-240C-40E7-8C83-66878DC6FD13}" type="datetimeFigureOut">
              <a:rPr lang="es-EC" smtClean="0"/>
              <a:t>4/5/2026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AACB-9A2E-48E9-91E8-9F93B2677FD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9236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05B-240C-40E7-8C83-66878DC6FD13}" type="datetimeFigureOut">
              <a:rPr lang="es-EC" smtClean="0"/>
              <a:t>4/5/2026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AACB-9A2E-48E9-91E8-9F93B2677FD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21298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05B-240C-40E7-8C83-66878DC6FD13}" type="datetimeFigureOut">
              <a:rPr lang="es-EC" smtClean="0"/>
              <a:t>4/5/2026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AACB-9A2E-48E9-91E8-9F93B2677FD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3067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05B-240C-40E7-8C83-66878DC6FD13}" type="datetimeFigureOut">
              <a:rPr lang="es-EC" smtClean="0"/>
              <a:t>4/5/2026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AACB-9A2E-48E9-91E8-9F93B2677FD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91424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05B-240C-40E7-8C83-66878DC6FD13}" type="datetimeFigureOut">
              <a:rPr lang="es-EC" smtClean="0"/>
              <a:t>4/5/2026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AACB-9A2E-48E9-91E8-9F93B2677FD4}" type="slidenum">
              <a:rPr lang="es-EC" smtClean="0"/>
              <a:t>‹Nº›</a:t>
            </a:fld>
            <a:endParaRPr lang="es-EC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3313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05B-240C-40E7-8C83-66878DC6FD13}" type="datetimeFigureOut">
              <a:rPr lang="es-EC" smtClean="0"/>
              <a:t>4/5/2026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AACB-9A2E-48E9-91E8-9F93B2677FD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77263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05B-240C-40E7-8C83-66878DC6FD13}" type="datetimeFigureOut">
              <a:rPr lang="es-EC" smtClean="0"/>
              <a:t>4/5/2026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AACB-9A2E-48E9-91E8-9F93B2677FD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72035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05B-240C-40E7-8C83-66878DC6FD13}" type="datetimeFigureOut">
              <a:rPr lang="es-EC" smtClean="0"/>
              <a:t>4/5/2026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AACB-9A2E-48E9-91E8-9F93B2677FD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58045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05B-240C-40E7-8C83-66878DC6FD13}" type="datetimeFigureOut">
              <a:rPr lang="es-EC" smtClean="0"/>
              <a:t>4/5/2026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AACB-9A2E-48E9-91E8-9F93B2677FD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302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05B-240C-40E7-8C83-66878DC6FD13}" type="datetimeFigureOut">
              <a:rPr lang="es-EC" smtClean="0"/>
              <a:t>4/5/2026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AACB-9A2E-48E9-91E8-9F93B2677FD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32402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C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6B05B-240C-40E7-8C83-66878DC6FD13}" type="datetimeFigureOut">
              <a:rPr lang="es-EC" smtClean="0"/>
              <a:t>4/5/2026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9AACB-9A2E-48E9-91E8-9F93B2677FD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844473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B6CDEB-0B16-C5ED-2ACC-8BD5F7DDD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3" y="685799"/>
            <a:ext cx="4781147" cy="2971801"/>
          </a:xfrm>
        </p:spPr>
        <p:txBody>
          <a:bodyPr>
            <a:normAutofit/>
          </a:bodyPr>
          <a:lstStyle/>
          <a:p>
            <a:r>
              <a:rPr lang="es-EC" dirty="0"/>
              <a:t>Electrónica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8E856D-AF74-3218-3E29-15A777090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4816572" cy="1947333"/>
          </a:xfrm>
        </p:spPr>
        <p:txBody>
          <a:bodyPr>
            <a:normAutofit/>
          </a:bodyPr>
          <a:lstStyle/>
          <a:p>
            <a:r>
              <a:rPr lang="es-EC" dirty="0"/>
              <a:t>Ing. Jorge López</a:t>
            </a:r>
          </a:p>
        </p:txBody>
      </p:sp>
      <p:pic>
        <p:nvPicPr>
          <p:cNvPr id="5" name="Picture 4" descr="Primer plano de una placa de circuito">
            <a:extLst>
              <a:ext uri="{FF2B5EF4-FFF2-40B4-BE49-F238E27FC236}">
                <a16:creationId xmlns:a16="http://schemas.microsoft.com/office/drawing/2014/main" id="{F7609E8F-8385-32A1-2DA9-F7B0355CEB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667" r="-1" b="-1"/>
          <a:stretch>
            <a:fillRect/>
          </a:stretch>
        </p:blipFill>
        <p:spPr>
          <a:xfrm>
            <a:off x="6096000" y="10"/>
            <a:ext cx="6095999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48911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DF30F1-EDB1-4FCE-EA0F-34E623E0E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114" y="4487332"/>
            <a:ext cx="4205003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</a:rPr>
              <a:t>INTRODUCCIÓN A LOS DISPOSITIVOS PASIVOS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7B1E71C-2794-2D7A-B154-82B5A033B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8" y="685800"/>
            <a:ext cx="4819653" cy="361526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tabLst/>
            </a:pPr>
            <a:r>
              <a:rPr kumimoji="0" lang="en-US" altLang="es-EC" b="0" i="0" u="none" strike="noStrike" normalizeH="0" baseline="0">
                <a:ln>
                  <a:noFill/>
                </a:ln>
                <a:solidFill>
                  <a:srgbClr val="0F496F"/>
                </a:solidFill>
              </a:rPr>
              <a:t>Un dispositivo pasivo es aquel que </a:t>
            </a:r>
            <a:r>
              <a:rPr kumimoji="0" lang="en-US" altLang="es-EC" b="1" i="0" u="none" strike="noStrike" normalizeH="0" baseline="0" dirty="0">
                <a:ln>
                  <a:noFill/>
                </a:ln>
                <a:solidFill>
                  <a:srgbClr val="0F496F"/>
                </a:solidFill>
              </a:rPr>
              <a:t>no </a:t>
            </a:r>
            <a:r>
              <a:rPr kumimoji="0" lang="en-US" altLang="es-EC" b="1" i="0" u="none" strike="noStrike" normalizeH="0" baseline="0">
                <a:ln>
                  <a:noFill/>
                </a:ln>
                <a:solidFill>
                  <a:srgbClr val="0F496F"/>
                </a:solidFill>
              </a:rPr>
              <a:t>genera energía ni proporciona ganancia</a:t>
            </a:r>
            <a:r>
              <a:rPr kumimoji="0" lang="en-US" altLang="es-EC" b="0" i="0" u="none" strike="noStrike" normalizeH="0" baseline="0">
                <a:ln>
                  <a:noFill/>
                </a:ln>
                <a:solidFill>
                  <a:srgbClr val="0F496F"/>
                </a:solidFill>
              </a:rPr>
              <a:t>, únicamente:</a:t>
            </a:r>
            <a:endParaRPr kumimoji="0" lang="en-US" altLang="es-EC" b="0" i="0" u="none" strike="noStrike" normalizeH="0" baseline="0" dirty="0">
              <a:ln>
                <a:noFill/>
              </a:ln>
              <a:solidFill>
                <a:srgbClr val="0F496F"/>
              </a:solidFill>
            </a:endParaRPr>
          </a:p>
          <a:p>
            <a:pPr marL="0" marR="0" lvl="0" indent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tabLst/>
            </a:pPr>
            <a:r>
              <a:rPr kumimoji="0" lang="en-US" altLang="es-EC" b="0" i="0" u="none" strike="noStrike" normalizeH="0" baseline="0">
                <a:ln>
                  <a:noFill/>
                </a:ln>
                <a:solidFill>
                  <a:srgbClr val="0F496F"/>
                </a:solidFill>
              </a:rPr>
              <a:t>Almacena energía</a:t>
            </a:r>
            <a:endParaRPr kumimoji="0" lang="en-US" altLang="es-EC" b="0" i="0" u="none" strike="noStrike" normalizeH="0" baseline="0" dirty="0">
              <a:ln>
                <a:noFill/>
              </a:ln>
              <a:solidFill>
                <a:srgbClr val="0F496F"/>
              </a:solidFill>
            </a:endParaRPr>
          </a:p>
          <a:p>
            <a:pPr marL="0" marR="0" lvl="0" indent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tabLst/>
            </a:pPr>
            <a:r>
              <a:rPr kumimoji="0" lang="en-US" altLang="es-EC" b="0" i="0" u="none" strike="noStrike" normalizeH="0" baseline="0">
                <a:ln>
                  <a:noFill/>
                </a:ln>
                <a:solidFill>
                  <a:srgbClr val="0F496F"/>
                </a:solidFill>
              </a:rPr>
              <a:t>Disipa energía</a:t>
            </a:r>
            <a:endParaRPr kumimoji="0" lang="en-US" altLang="es-EC" b="0" i="0" u="none" strike="noStrike" normalizeH="0" baseline="0" dirty="0">
              <a:ln>
                <a:noFill/>
              </a:ln>
              <a:solidFill>
                <a:srgbClr val="0F496F"/>
              </a:solidFill>
            </a:endParaRPr>
          </a:p>
          <a:p>
            <a:pPr marL="0" marR="0" lvl="0" indent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tabLst/>
            </a:pPr>
            <a:r>
              <a:rPr kumimoji="0" lang="en-US" altLang="es-EC" b="0" i="0" u="none" strike="noStrike" normalizeH="0" baseline="0" dirty="0">
                <a:ln>
                  <a:noFill/>
                </a:ln>
                <a:solidFill>
                  <a:srgbClr val="0F496F"/>
                </a:solidFill>
              </a:rPr>
              <a:t>Filtra </a:t>
            </a:r>
            <a:r>
              <a:rPr kumimoji="0" lang="en-US" altLang="es-EC" b="0" i="0" u="none" strike="noStrike" normalizeH="0" baseline="0">
                <a:ln>
                  <a:noFill/>
                </a:ln>
                <a:solidFill>
                  <a:srgbClr val="0F496F"/>
                </a:solidFill>
              </a:rPr>
              <a:t>o condiciona </a:t>
            </a:r>
            <a:r>
              <a:rPr kumimoji="0" lang="en-US" altLang="es-EC" b="0" i="0" u="none" strike="noStrike" normalizeH="0" baseline="0" dirty="0" err="1">
                <a:ln>
                  <a:noFill/>
                </a:ln>
                <a:solidFill>
                  <a:srgbClr val="0F496F"/>
                </a:solidFill>
              </a:rPr>
              <a:t>señal</a:t>
            </a:r>
            <a:endParaRPr kumimoji="0" lang="en-US" altLang="es-EC" b="0" i="0" u="none" strike="noStrike" normalizeH="0" baseline="0" dirty="0">
              <a:ln>
                <a:noFill/>
              </a:ln>
              <a:solidFill>
                <a:srgbClr val="0F496F"/>
              </a:solidFill>
            </a:endParaRPr>
          </a:p>
          <a:p>
            <a:pPr marL="0" marR="0" lvl="0" indent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tabLst/>
            </a:pPr>
            <a:endParaRPr kumimoji="0" lang="en-US" altLang="es-EC" b="0" i="0" u="none" strike="noStrike" normalizeH="0" baseline="0" dirty="0">
              <a:ln>
                <a:noFill/>
              </a:ln>
              <a:solidFill>
                <a:srgbClr val="0F496F"/>
              </a:solidFill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EAACCD2-0113-204C-375D-2035912C8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354004"/>
              </p:ext>
            </p:extLst>
          </p:nvPr>
        </p:nvGraphicFramePr>
        <p:xfrm>
          <a:off x="717551" y="2356398"/>
          <a:ext cx="4887467" cy="1925071"/>
        </p:xfrm>
        <a:graphic>
          <a:graphicData uri="http://schemas.openxmlformats.org/drawingml/2006/table">
            <a:tbl>
              <a:tblPr firstRow="1" bandRow="1" bandCol="1">
                <a:solidFill>
                  <a:schemeClr val="bg1">
                    <a:lumMod val="95000"/>
                  </a:schemeClr>
                </a:solidFill>
              </a:tblPr>
              <a:tblGrid>
                <a:gridCol w="1260583">
                  <a:extLst>
                    <a:ext uri="{9D8B030D-6E8A-4147-A177-3AD203B41FA5}">
                      <a16:colId xmlns:a16="http://schemas.microsoft.com/office/drawing/2014/main" val="1963700897"/>
                    </a:ext>
                  </a:extLst>
                </a:gridCol>
                <a:gridCol w="1144035">
                  <a:extLst>
                    <a:ext uri="{9D8B030D-6E8A-4147-A177-3AD203B41FA5}">
                      <a16:colId xmlns:a16="http://schemas.microsoft.com/office/drawing/2014/main" val="2029264035"/>
                    </a:ext>
                  </a:extLst>
                </a:gridCol>
                <a:gridCol w="898164">
                  <a:extLst>
                    <a:ext uri="{9D8B030D-6E8A-4147-A177-3AD203B41FA5}">
                      <a16:colId xmlns:a16="http://schemas.microsoft.com/office/drawing/2014/main" val="918968740"/>
                    </a:ext>
                  </a:extLst>
                </a:gridCol>
                <a:gridCol w="1584685">
                  <a:extLst>
                    <a:ext uri="{9D8B030D-6E8A-4147-A177-3AD203B41FA5}">
                      <a16:colId xmlns:a16="http://schemas.microsoft.com/office/drawing/2014/main" val="482525240"/>
                    </a:ext>
                  </a:extLst>
                </a:gridCol>
              </a:tblGrid>
              <a:tr h="619210">
                <a:tc>
                  <a:txBody>
                    <a:bodyPr/>
                    <a:lstStyle/>
                    <a:p>
                      <a:pPr algn="l" fontAlgn="b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Dispositivo</a:t>
                      </a:r>
                      <a:endParaRPr lang="es-EC" sz="16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730" marR="73730" marT="9196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Magnitud asociada</a:t>
                      </a:r>
                      <a:endParaRPr lang="es-EC" sz="16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730" marR="73730" marT="9196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Unidad SI</a:t>
                      </a:r>
                      <a:endParaRPr lang="es-EC" sz="16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730" marR="73730" marT="9196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Función principal</a:t>
                      </a:r>
                      <a:endParaRPr lang="es-EC" sz="16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730" marR="73730" marT="9196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811702"/>
                  </a:ext>
                </a:extLst>
              </a:tr>
              <a:tr h="312671">
                <a:tc>
                  <a:txBody>
                    <a:bodyPr/>
                    <a:lstStyle/>
                    <a:p>
                      <a:pPr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Resistencia (R)</a:t>
                      </a:r>
                      <a:endParaRPr lang="es-EC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730" marR="73730" marT="91962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Resistencia</a:t>
                      </a:r>
                      <a:endParaRPr lang="es-EC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730" marR="73730" marT="91962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Ohm (Ω)</a:t>
                      </a:r>
                      <a:endParaRPr lang="es-EC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730" marR="73730" marT="91962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Disipación</a:t>
                      </a:r>
                      <a:endParaRPr lang="es-EC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730" marR="73730" marT="91962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539917"/>
                  </a:ext>
                </a:extLst>
              </a:tr>
              <a:tr h="496595">
                <a:tc>
                  <a:txBody>
                    <a:bodyPr/>
                    <a:lstStyle/>
                    <a:p>
                      <a:pPr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Capacitor (C)</a:t>
                      </a:r>
                      <a:endParaRPr lang="es-EC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730" marR="73730" marT="91962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Capacitancia</a:t>
                      </a:r>
                      <a:endParaRPr lang="es-EC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730" marR="73730" marT="91962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Faradio (F)</a:t>
                      </a:r>
                      <a:endParaRPr lang="es-EC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730" marR="73730" marT="91962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Almacenamiento en campo eléctrico</a:t>
                      </a:r>
                      <a:endParaRPr lang="es-EC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730" marR="73730" marT="91962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043868"/>
                  </a:ext>
                </a:extLst>
              </a:tr>
              <a:tr h="496595">
                <a:tc>
                  <a:txBody>
                    <a:bodyPr/>
                    <a:lstStyle/>
                    <a:p>
                      <a:pPr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Inductor (L)</a:t>
                      </a:r>
                      <a:endParaRPr lang="es-EC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730" marR="73730" marT="91962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Inductancia</a:t>
                      </a:r>
                      <a:endParaRPr lang="es-EC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730" marR="73730" marT="91962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Henry (H)</a:t>
                      </a:r>
                      <a:endParaRPr lang="es-EC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730" marR="73730" marT="91962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Almacenamiento en campo magnético</a:t>
                      </a:r>
                      <a:endParaRPr lang="es-EC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730" marR="73730" marT="91962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209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9057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DB05C-A15A-7C4A-4ED9-D4A654090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>RESISTENCIA (R)</a:t>
            </a:r>
            <a:br>
              <a:rPr lang="es-EC" b="1" dirty="0"/>
            </a:br>
            <a:endParaRPr lang="es-EC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FDFAAAF-1C53-DA34-E962-9E7B7BACE3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2" y="2068511"/>
                <a:ext cx="8534400" cy="3615267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s-EC" b="1" dirty="0"/>
                  <a:t>2.1 Concepto Físico</a:t>
                </a:r>
              </a:p>
              <a:p>
                <a:r>
                  <a:rPr lang="es-EC" dirty="0"/>
                  <a:t>Dispositivo que se opone al paso de corriente eléctrica.</a:t>
                </a:r>
              </a:p>
              <a:p>
                <a:r>
                  <a:rPr lang="en-US" b="1" dirty="0"/>
                  <a:t>Ley de Ohm</a:t>
                </a:r>
                <a:endParaRPr lang="es-EC" b="1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𝐼𝑅</m:t>
                    </m:r>
                  </m:oMath>
                </a14:m>
                <a:endParaRPr lang="es-EC" dirty="0"/>
              </a:p>
              <a:p>
                <a:r>
                  <a:rPr lang="en-US" b="1" dirty="0"/>
                  <a:t>Variables:</a:t>
                </a:r>
                <a:endParaRPr lang="es-EC" b="1" dirty="0"/>
              </a:p>
              <a:p>
                <a:pPr lvl="0"/>
                <a:r>
                  <a:rPr lang="en-US" dirty="0"/>
                  <a:t>( V ): </a:t>
                </a:r>
                <a:r>
                  <a:rPr lang="en-US" dirty="0" err="1"/>
                  <a:t>Voltaje</a:t>
                </a:r>
                <a:r>
                  <a:rPr lang="en-US" dirty="0"/>
                  <a:t> (</a:t>
                </a:r>
                <a:r>
                  <a:rPr lang="en-US" dirty="0" err="1"/>
                  <a:t>Voltios</a:t>
                </a:r>
                <a:r>
                  <a:rPr lang="en-US" dirty="0"/>
                  <a:t>, V)</a:t>
                </a:r>
                <a:endParaRPr lang="es-EC" dirty="0"/>
              </a:p>
              <a:p>
                <a:pPr lvl="0"/>
                <a:r>
                  <a:rPr lang="en-US" dirty="0"/>
                  <a:t>( I ): Corriente (</a:t>
                </a:r>
                <a:r>
                  <a:rPr lang="en-US" dirty="0" err="1"/>
                  <a:t>Amperios</a:t>
                </a:r>
                <a:r>
                  <a:rPr lang="en-US" dirty="0"/>
                  <a:t>, A)</a:t>
                </a:r>
                <a:endParaRPr lang="es-EC" dirty="0"/>
              </a:p>
              <a:p>
                <a:pPr lvl="0"/>
                <a:r>
                  <a:rPr lang="en-US" dirty="0"/>
                  <a:t>( R ): Resistencia (</a:t>
                </a:r>
                <a:r>
                  <a:rPr lang="en-US" dirty="0" err="1"/>
                  <a:t>Ohmios</a:t>
                </a:r>
                <a:r>
                  <a:rPr lang="en-US" dirty="0"/>
                  <a:t>, Ω)</a:t>
                </a:r>
                <a:endParaRPr lang="es-EC" dirty="0"/>
              </a:p>
              <a:p>
                <a:endParaRPr lang="es-EC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FDFAAAF-1C53-DA34-E962-9E7B7BACE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2" y="2068511"/>
                <a:ext cx="8534400" cy="3615267"/>
              </a:xfrm>
              <a:blipFill>
                <a:blip r:embed="rId2"/>
                <a:stretch>
                  <a:fillRect l="-1000" t="-2530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2219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C9728A-B607-7457-FBDC-007BF0A22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A522A-90B5-1486-12DB-A6C65C5D8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48CD0AE-23CF-5200-4F58-5ADA910C7A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2" y="641685"/>
                <a:ext cx="8534400" cy="504209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b="1" dirty="0"/>
                  <a:t>2.2 </a:t>
                </a:r>
                <a:r>
                  <a:rPr lang="en-US" b="1" dirty="0" err="1"/>
                  <a:t>Potencia</a:t>
                </a:r>
                <a:r>
                  <a:rPr lang="en-US" b="1" dirty="0"/>
                  <a:t> </a:t>
                </a:r>
                <a:r>
                  <a:rPr lang="en-US" b="1" dirty="0" err="1"/>
                  <a:t>Disipada</a:t>
                </a:r>
                <a:endParaRPr lang="es-EC" b="1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𝑉𝐼</m:t>
                    </m:r>
                  </m:oMath>
                </a14:m>
                <a:endParaRPr lang="es-EC" dirty="0"/>
              </a:p>
              <a:p>
                <a:r>
                  <a:rPr lang="en-US" dirty="0"/>
                  <a:t>Formas </a:t>
                </a:r>
                <a:r>
                  <a:rPr lang="en-US" dirty="0" err="1"/>
                  <a:t>equivalentes</a:t>
                </a:r>
                <a:r>
                  <a:rPr lang="en-US" dirty="0"/>
                  <a:t>:</a:t>
                </a:r>
                <a:endParaRPr lang="es-EC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C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s-EC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C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C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es-EC" dirty="0"/>
              </a:p>
              <a:p>
                <a:r>
                  <a:rPr lang="en-US" b="1" dirty="0"/>
                  <a:t>Variables:</a:t>
                </a:r>
                <a:endParaRPr lang="es-EC" b="1" dirty="0"/>
              </a:p>
              <a:p>
                <a:pPr lvl="0"/>
                <a:r>
                  <a:rPr lang="en-US" dirty="0"/>
                  <a:t>( P ): </a:t>
                </a:r>
                <a:r>
                  <a:rPr lang="en-US" dirty="0" err="1"/>
                  <a:t>Potencia</a:t>
                </a:r>
                <a:r>
                  <a:rPr lang="en-US" dirty="0"/>
                  <a:t> (Watts, W)</a:t>
                </a:r>
                <a:endParaRPr lang="es-EC" dirty="0"/>
              </a:p>
              <a:p>
                <a:pPr lvl="0"/>
                <a:r>
                  <a:rPr lang="en-US" dirty="0"/>
                  <a:t>( I ): Corriente (A)</a:t>
                </a:r>
                <a:endParaRPr lang="es-EC" dirty="0"/>
              </a:p>
              <a:p>
                <a:pPr lvl="0"/>
                <a:r>
                  <a:rPr lang="en-US" dirty="0"/>
                  <a:t>( V ): </a:t>
                </a:r>
                <a:r>
                  <a:rPr lang="en-US" dirty="0" err="1"/>
                  <a:t>Voltaje</a:t>
                </a:r>
                <a:r>
                  <a:rPr lang="en-US" dirty="0"/>
                  <a:t> (V)</a:t>
                </a:r>
                <a:endParaRPr lang="es-EC" dirty="0"/>
              </a:p>
              <a:p>
                <a:pPr lvl="0"/>
                <a:r>
                  <a:rPr lang="en-US" dirty="0"/>
                  <a:t>( R ): Resistencia (Ω)</a:t>
                </a:r>
                <a:endParaRPr lang="es-EC" dirty="0"/>
              </a:p>
              <a:p>
                <a:endParaRPr lang="es-EC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48CD0AE-23CF-5200-4F58-5ADA910C7A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2" y="641685"/>
                <a:ext cx="8534400" cy="5042094"/>
              </a:xfrm>
              <a:blipFill>
                <a:blip r:embed="rId2"/>
                <a:stretch>
                  <a:fillRect l="-1214" t="-2177" b="-2902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1441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7FE387-084A-C880-9210-905959770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7E426B-ECB6-6E45-A2EB-BE316525E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642C81-C7EF-FC03-81F9-C9457F4EB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068511"/>
            <a:ext cx="8534400" cy="3615267"/>
          </a:xfrm>
        </p:spPr>
        <p:txBody>
          <a:bodyPr>
            <a:normAutofit/>
          </a:bodyPr>
          <a:lstStyle/>
          <a:p>
            <a:endParaRPr lang="es-EC"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84249E7-E2A2-EAA6-AD19-233ABD8A9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129576"/>
            <a:ext cx="8199120" cy="349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15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5F7FC9-EE17-497B-D5D4-F25BFFA9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78FFF-494E-9DE5-5357-437DCC62A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A89079-A806-DE20-CC89-5A14B262C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068511"/>
            <a:ext cx="8534400" cy="3615267"/>
          </a:xfrm>
        </p:spPr>
        <p:txBody>
          <a:bodyPr>
            <a:normAutofit/>
          </a:bodyPr>
          <a:lstStyle/>
          <a:p>
            <a:endParaRPr lang="es-EC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7E06C07-AAFF-3E3F-58C4-86BDF4064C11}"/>
                  </a:ext>
                </a:extLst>
              </p:cNvPr>
              <p:cNvSpPr txBox="1"/>
              <p:nvPr/>
            </p:nvSpPr>
            <p:spPr>
              <a:xfrm>
                <a:off x="609599" y="891671"/>
                <a:ext cx="9833811" cy="43924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800"/>
                  </a:spcBef>
                  <a:spcAft>
                    <a:spcPts val="400"/>
                  </a:spcAft>
                  <a:buNone/>
                </a:pPr>
                <a:r>
                  <a:rPr lang="es-EC" sz="3200" b="1" kern="0" dirty="0">
                    <a:solidFill>
                      <a:srgbClr val="0F4761"/>
                    </a:solidFill>
                    <a:effectLst/>
                    <a:latin typeface="Aptos Display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CAPACITOR (C)</a:t>
                </a:r>
              </a:p>
              <a:p>
                <a:pPr>
                  <a:spcBef>
                    <a:spcPts val="800"/>
                  </a:spcBef>
                  <a:spcAft>
                    <a:spcPts val="400"/>
                  </a:spcAft>
                  <a:buNone/>
                </a:pPr>
                <a:r>
                  <a:rPr lang="es-EC" sz="2400" b="1" dirty="0">
                    <a:solidFill>
                      <a:srgbClr val="0F4761"/>
                    </a:solidFill>
                    <a:effectLst/>
                    <a:latin typeface="Aptos Display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3.1 Definición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s-EC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Dispositivo que almacena energía en forma de campo eléctrico.</a:t>
                </a:r>
              </a:p>
              <a:p>
                <a:pPr>
                  <a:spcAft>
                    <a:spcPts val="1000"/>
                  </a:spcAft>
                  <a:buNone/>
                </a:pPr>
                <a:r>
                  <a:rPr lang="es-EC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>
                  <a:spcBef>
                    <a:spcPts val="800"/>
                  </a:spcBef>
                  <a:spcAft>
                    <a:spcPts val="400"/>
                  </a:spcAft>
                  <a:buNone/>
                </a:pPr>
                <a:r>
                  <a:rPr lang="en-US" sz="2400" b="1" dirty="0">
                    <a:solidFill>
                      <a:srgbClr val="0F4761"/>
                    </a:solidFill>
                    <a:effectLst/>
                    <a:latin typeface="Aptos Display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3.2 </a:t>
                </a:r>
                <a:r>
                  <a:rPr lang="en-US" sz="2400" b="1" dirty="0" err="1">
                    <a:solidFill>
                      <a:srgbClr val="0F4761"/>
                    </a:solidFill>
                    <a:effectLst/>
                    <a:latin typeface="Aptos Display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Relación</a:t>
                </a:r>
                <a:r>
                  <a:rPr lang="en-US" sz="2400" b="1" dirty="0">
                    <a:solidFill>
                      <a:srgbClr val="0F4761"/>
                    </a:solidFill>
                    <a:effectLst/>
                    <a:latin typeface="Aptos Display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Corriente–</a:t>
                </a:r>
                <a:r>
                  <a:rPr lang="en-US" sz="2400" b="1" dirty="0" err="1">
                    <a:solidFill>
                      <a:srgbClr val="0F4761"/>
                    </a:solidFill>
                    <a:effectLst/>
                    <a:latin typeface="Aptos Display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Voltaje</a:t>
                </a:r>
                <a:endParaRPr lang="es-EC" sz="2400" b="1" dirty="0">
                  <a:solidFill>
                    <a:srgbClr val="0F4761"/>
                  </a:solidFill>
                  <a:effectLst/>
                  <a:latin typeface="Aptos Display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𝑖</m:t>
                      </m:r>
                      <m:d>
                        <m:dPr>
                          <m:ctrlPr>
                            <a:rPr lang="es-EC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f>
                        <m:fPr>
                          <m:ctrlPr>
                            <a:rPr lang="es-EC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𝑑𝑣</m:t>
                          </m:r>
                          <m:d>
                            <m:dPr>
                              <m:ctrlPr>
                                <a:rPr lang="es-EC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s-EC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800"/>
                  </a:spcBef>
                  <a:spcAft>
                    <a:spcPts val="400"/>
                  </a:spcAft>
                  <a:buNone/>
                </a:pPr>
                <a:r>
                  <a:rPr lang="en-US" sz="2000" b="1" dirty="0">
                    <a:solidFill>
                      <a:srgbClr val="0F4761"/>
                    </a:solidFill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Variables:</a:t>
                </a:r>
                <a:endParaRPr lang="es-EC" sz="2000" b="1" dirty="0">
                  <a:solidFill>
                    <a:srgbClr val="0F4761"/>
                  </a:solidFill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spcAft>
                    <a:spcPts val="1000"/>
                  </a:spcAft>
                  <a:buFont typeface="Symbol" panose="05050102010706020507" pitchFamily="18" charset="2"/>
                  <a:buChar char=""/>
                </a:pPr>
                <a:r>
                  <a:rPr lang="it-IT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Symbol" panose="05050102010706020507" pitchFamily="18" charset="2"/>
                  </a:rPr>
                  <a:t>( i(t) ): Corriente instantánea (A)</a:t>
                </a:r>
                <a:endParaRPr lang="es-EC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Symbol" panose="05050102010706020507" pitchFamily="18" charset="2"/>
                </a:endParaRPr>
              </a:p>
              <a:p>
                <a:pPr marL="342900" lvl="0" indent="-342900">
                  <a:spcAft>
                    <a:spcPts val="1000"/>
                  </a:spcAft>
                  <a:buFont typeface="Symbol" panose="05050102010706020507" pitchFamily="18" charset="2"/>
                  <a:buChar char=""/>
                </a:pPr>
                <a:r>
                  <a:rPr lang="en-US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Symbol" panose="05050102010706020507" pitchFamily="18" charset="2"/>
                  </a:rPr>
                  <a:t>( C ): </a:t>
                </a:r>
                <a:r>
                  <a:rPr lang="en-US" sz="18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Symbol" panose="05050102010706020507" pitchFamily="18" charset="2"/>
                  </a:rPr>
                  <a:t>Capacitancia</a:t>
                </a:r>
                <a:r>
                  <a:rPr lang="en-US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Symbol" panose="05050102010706020507" pitchFamily="18" charset="2"/>
                  </a:rPr>
                  <a:t> (F)</a:t>
                </a:r>
                <a:endParaRPr lang="es-EC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7E06C07-AAFF-3E3F-58C4-86BDF4064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891671"/>
                <a:ext cx="9833811" cy="4392421"/>
              </a:xfrm>
              <a:prstGeom prst="rect">
                <a:avLst/>
              </a:prstGeom>
              <a:blipFill>
                <a:blip r:embed="rId2"/>
                <a:stretch>
                  <a:fillRect l="-1550" t="-1664" b="-1248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1018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DEAF6-6C6B-F592-CC6F-EA75D2B83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25472-4CF1-880D-9097-EB8C61EA2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990A361-4A05-6A46-2F2A-31751A7F60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2" y="176463"/>
                <a:ext cx="8534400" cy="6196293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b="1" dirty="0"/>
                  <a:t>3.3 Energía </a:t>
                </a:r>
                <a:r>
                  <a:rPr lang="en-US" b="1" dirty="0" err="1"/>
                  <a:t>almacenada</a:t>
                </a:r>
                <a:endParaRPr lang="es-EC" b="1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C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s-EC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C" dirty="0"/>
              </a:p>
              <a:p>
                <a:r>
                  <a:rPr lang="en-US" b="1" dirty="0"/>
                  <a:t>Variables:</a:t>
                </a:r>
                <a:endParaRPr lang="es-EC" b="1" dirty="0"/>
              </a:p>
              <a:p>
                <a:pPr lvl="0"/>
                <a:r>
                  <a:rPr lang="en-US" dirty="0"/>
                  <a:t>( E ): Energía (J)</a:t>
                </a:r>
                <a:endParaRPr lang="es-EC" dirty="0"/>
              </a:p>
              <a:p>
                <a:pPr lvl="0"/>
                <a:r>
                  <a:rPr lang="en-US" dirty="0"/>
                  <a:t>( C ): </a:t>
                </a:r>
                <a:r>
                  <a:rPr lang="en-US" dirty="0" err="1"/>
                  <a:t>Capacitancia</a:t>
                </a:r>
                <a:r>
                  <a:rPr lang="en-US" dirty="0"/>
                  <a:t> (F)</a:t>
                </a:r>
                <a:endParaRPr lang="es-EC" dirty="0"/>
              </a:p>
              <a:p>
                <a:pPr lvl="0"/>
                <a:r>
                  <a:rPr lang="en-US" dirty="0"/>
                  <a:t>( V ): </a:t>
                </a:r>
                <a:r>
                  <a:rPr lang="en-US" dirty="0" err="1"/>
                  <a:t>Voltaje</a:t>
                </a:r>
                <a:r>
                  <a:rPr lang="en-US" dirty="0"/>
                  <a:t> (V)</a:t>
                </a:r>
                <a:endParaRPr lang="es-EC" dirty="0"/>
              </a:p>
              <a:p>
                <a:r>
                  <a:rPr lang="en-US" dirty="0"/>
                  <a:t> </a:t>
                </a:r>
                <a:endParaRPr lang="es-EC" dirty="0"/>
              </a:p>
              <a:p>
                <a:r>
                  <a:rPr lang="en-US" b="1" dirty="0"/>
                  <a:t>3.4 </a:t>
                </a:r>
                <a:r>
                  <a:rPr lang="en-US" b="1" dirty="0" err="1"/>
                  <a:t>Capacitancia</a:t>
                </a:r>
                <a:r>
                  <a:rPr lang="en-US" b="1" dirty="0"/>
                  <a:t> </a:t>
                </a:r>
                <a:r>
                  <a:rPr lang="en-US" b="1" dirty="0" err="1"/>
                  <a:t>física</a:t>
                </a:r>
                <a:endParaRPr lang="es-EC" b="1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𝜀</m:t>
                    </m:r>
                    <m:f>
                      <m:fPr>
                        <m:ctrlPr>
                          <a:rPr lang="es-EC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endParaRPr lang="es-EC" dirty="0"/>
              </a:p>
              <a:p>
                <a:r>
                  <a:rPr lang="en-US" b="1" dirty="0"/>
                  <a:t>Variables:</a:t>
                </a:r>
                <a:endParaRPr lang="es-EC" b="1" dirty="0"/>
              </a:p>
              <a:p>
                <a:pPr lvl="0"/>
                <a:r>
                  <a:rPr lang="es-EC" dirty="0"/>
                  <a:t>(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s-EC" dirty="0"/>
                  <a:t> ): Permitividad del material (F/m)</a:t>
                </a:r>
              </a:p>
              <a:p>
                <a:pPr lvl="0"/>
                <a:r>
                  <a:rPr lang="es-EC" dirty="0"/>
                  <a:t>( A ): Área de placas (m²)</a:t>
                </a:r>
              </a:p>
              <a:p>
                <a:pPr lvl="0"/>
                <a:r>
                  <a:rPr lang="es-EC" dirty="0"/>
                  <a:t>( d ): Distancia entre placas (m)</a:t>
                </a:r>
              </a:p>
              <a:p>
                <a:endParaRPr lang="es-EC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990A361-4A05-6A46-2F2A-31751A7F60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2" y="176463"/>
                <a:ext cx="8534400" cy="6196293"/>
              </a:xfrm>
              <a:blipFill>
                <a:blip r:embed="rId2"/>
                <a:stretch>
                  <a:fillRect l="-1000" t="-1575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2844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6EEFBB-D4A1-5759-3249-41108BA44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9236C-2A1E-FE2F-74B9-99356C056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C5565A-A30B-D716-9782-8DCE6D27E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4064" y="3603622"/>
            <a:ext cx="8534400" cy="3615267"/>
          </a:xfrm>
        </p:spPr>
        <p:txBody>
          <a:bodyPr>
            <a:normAutofit/>
          </a:bodyPr>
          <a:lstStyle/>
          <a:p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01024C2-CB42-E6A0-8A52-BCA5B087C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9852" y="51064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01568" rIns="91440" bIns="5078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3.6 Gráfico de carga</a:t>
            </a:r>
            <a:endParaRPr kumimoji="0" lang="en-US" altLang="es-EC" sz="1600" b="0" i="0" u="none" strike="noStrike" cap="none" normalizeH="0" baseline="0" dirty="0">
              <a:ln>
                <a:noFill/>
              </a:ln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9" name="Imagen 3">
            <a:extLst>
              <a:ext uri="{FF2B5EF4-FFF2-40B4-BE49-F238E27FC236}">
                <a16:creationId xmlns:a16="http://schemas.microsoft.com/office/drawing/2014/main" id="{EB87F433-8F36-7C16-5925-93E3D1E35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851" y="1122947"/>
            <a:ext cx="8341895" cy="5578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91505B6B-B222-215D-7671-DF482B7A2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9852" y="435451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10274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6233E9-E2E8-3A7A-C555-FD6AF8E28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208DC2-47A6-F095-D922-F3F1C14A8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4B264CB-904B-20C0-8977-E3716BF4DF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2" y="256674"/>
                <a:ext cx="8534400" cy="6116081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s-EC" b="1" dirty="0"/>
                  <a:t>INDUCTOR (L)</a:t>
                </a:r>
              </a:p>
              <a:p>
                <a:r>
                  <a:rPr lang="es-EC" b="1" dirty="0"/>
                  <a:t>4.1 Definición</a:t>
                </a:r>
              </a:p>
              <a:p>
                <a:r>
                  <a:rPr lang="es-EC" dirty="0"/>
                  <a:t>Dispositivo que almacena energía en forma de campo magnético.</a:t>
                </a:r>
              </a:p>
              <a:p>
                <a:r>
                  <a:rPr lang="es-EC" dirty="0"/>
                  <a:t> </a:t>
                </a:r>
              </a:p>
              <a:p>
                <a:r>
                  <a:rPr lang="en-US" b="1" dirty="0"/>
                  <a:t>4.2 </a:t>
                </a:r>
                <a:r>
                  <a:rPr lang="en-US" b="1" dirty="0" err="1"/>
                  <a:t>Relación</a:t>
                </a:r>
                <a:r>
                  <a:rPr lang="en-US" b="1" dirty="0"/>
                  <a:t> </a:t>
                </a:r>
                <a:r>
                  <a:rPr lang="en-US" b="1" dirty="0" err="1"/>
                  <a:t>Voltaje</a:t>
                </a:r>
                <a:r>
                  <a:rPr lang="en-US" b="1" dirty="0"/>
                  <a:t>–Corriente</a:t>
                </a:r>
                <a:endParaRPr lang="es-EC" b="1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s-EC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s-EC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𝑑𝑖</m:t>
                        </m:r>
                        <m:d>
                          <m:dPr>
                            <m:ctrlPr>
                              <a:rPr lang="es-EC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s-EC" dirty="0"/>
              </a:p>
              <a:p>
                <a:r>
                  <a:rPr lang="en-US" b="1" dirty="0"/>
                  <a:t>Variables:</a:t>
                </a:r>
                <a:endParaRPr lang="es-EC" b="1" dirty="0"/>
              </a:p>
              <a:p>
                <a:pPr lvl="0"/>
                <a:r>
                  <a:rPr lang="en-US" dirty="0"/>
                  <a:t>( v(t) ): </a:t>
                </a:r>
                <a:r>
                  <a:rPr lang="en-US" dirty="0" err="1"/>
                  <a:t>Voltaje</a:t>
                </a:r>
                <a:r>
                  <a:rPr lang="en-US" dirty="0"/>
                  <a:t> (V)</a:t>
                </a:r>
                <a:endParaRPr lang="es-EC" dirty="0"/>
              </a:p>
              <a:p>
                <a:pPr lvl="0"/>
                <a:r>
                  <a:rPr lang="en-US" dirty="0"/>
                  <a:t>( L ): </a:t>
                </a:r>
                <a:r>
                  <a:rPr lang="en-US" dirty="0" err="1"/>
                  <a:t>Inductancia</a:t>
                </a:r>
                <a:r>
                  <a:rPr lang="en-US" dirty="0"/>
                  <a:t> (H)</a:t>
                </a:r>
                <a:endParaRPr lang="es-EC" dirty="0"/>
              </a:p>
              <a:p>
                <a:pPr lvl="0"/>
                <a:r>
                  <a:rPr lang="es-EC" dirty="0"/>
                  <a:t>( di/</a:t>
                </a:r>
                <a:r>
                  <a:rPr lang="es-EC" dirty="0" err="1"/>
                  <a:t>dt</a:t>
                </a:r>
                <a:r>
                  <a:rPr lang="es-EC" dirty="0"/>
                  <a:t> ): Derivada de corriente (A/s)</a:t>
                </a:r>
              </a:p>
              <a:p>
                <a:r>
                  <a:rPr lang="es-EC" dirty="0"/>
                  <a:t> </a:t>
                </a:r>
              </a:p>
              <a:p>
                <a:r>
                  <a:rPr lang="en-US" b="1" dirty="0"/>
                  <a:t>4.3 Energía </a:t>
                </a:r>
                <a:r>
                  <a:rPr lang="en-US" b="1" dirty="0" err="1"/>
                  <a:t>almacenada</a:t>
                </a:r>
                <a:endParaRPr lang="es-EC" b="1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C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sSup>
                      <m:sSupPr>
                        <m:ctrlPr>
                          <a:rPr lang="es-EC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C" dirty="0"/>
              </a:p>
              <a:p>
                <a:endParaRPr lang="es-EC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4B264CB-904B-20C0-8977-E3716BF4DF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2" y="256674"/>
                <a:ext cx="8534400" cy="6116081"/>
              </a:xfrm>
              <a:blipFill>
                <a:blip r:embed="rId2"/>
                <a:stretch>
                  <a:fillRect l="-1000" t="-1496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0815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50F4C1-74CF-CBD3-39C3-C7D4B0709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D2FCD-BFAC-DA0F-16A3-833940ED7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26441CC-4951-DB63-84B2-BA04421F7D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2" y="485244"/>
                <a:ext cx="8534400" cy="5610755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4.4 </a:t>
                </a:r>
                <a:r>
                  <a:rPr lang="en-US" b="1" dirty="0" err="1"/>
                  <a:t>Inductancia</a:t>
                </a:r>
                <a:r>
                  <a:rPr lang="en-US" b="1" dirty="0"/>
                  <a:t> </a:t>
                </a:r>
                <a:r>
                  <a:rPr lang="en-US" b="1" dirty="0" err="1"/>
                  <a:t>física</a:t>
                </a:r>
                <a:endParaRPr lang="es-EC" b="1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f>
                      <m:fPr>
                        <m:ctrlPr>
                          <a:rPr lang="es-EC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C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</m:oMath>
                </a14:m>
                <a:endParaRPr lang="es-EC" dirty="0"/>
              </a:p>
              <a:p>
                <a:r>
                  <a:rPr lang="en-US" b="1" dirty="0"/>
                  <a:t>Variables:</a:t>
                </a:r>
                <a:endParaRPr lang="es-EC" b="1" dirty="0"/>
              </a:p>
              <a:p>
                <a:pPr lvl="0"/>
                <a:r>
                  <a:rPr lang="es-EC" dirty="0"/>
                  <a:t>(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EC" dirty="0"/>
                  <a:t> ): Permeabilidad magnética (H/m)</a:t>
                </a:r>
              </a:p>
              <a:p>
                <a:pPr lvl="0"/>
                <a:r>
                  <a:rPr lang="en-US" dirty="0"/>
                  <a:t>( N ): </a:t>
                </a:r>
                <a:r>
                  <a:rPr lang="en-US" dirty="0" err="1"/>
                  <a:t>Número</a:t>
                </a:r>
                <a:r>
                  <a:rPr lang="en-US" dirty="0"/>
                  <a:t> de </a:t>
                </a:r>
                <a:r>
                  <a:rPr lang="en-US" dirty="0" err="1"/>
                  <a:t>espiras</a:t>
                </a:r>
                <a:endParaRPr lang="es-EC" dirty="0"/>
              </a:p>
              <a:p>
                <a:pPr lvl="0"/>
                <a:r>
                  <a:rPr lang="en-US" dirty="0"/>
                  <a:t>( A ): </a:t>
                </a:r>
                <a:r>
                  <a:rPr lang="en-US" dirty="0" err="1"/>
                  <a:t>Área</a:t>
                </a:r>
                <a:r>
                  <a:rPr lang="en-US" dirty="0"/>
                  <a:t> </a:t>
                </a:r>
                <a:r>
                  <a:rPr lang="en-US" dirty="0" err="1"/>
                  <a:t>núcleo</a:t>
                </a:r>
                <a:r>
                  <a:rPr lang="en-US" dirty="0"/>
                  <a:t> (m²)</a:t>
                </a:r>
                <a:endParaRPr lang="es-EC" dirty="0"/>
              </a:p>
              <a:p>
                <a:pPr lvl="0"/>
                <a:r>
                  <a:rPr lang="es-EC" dirty="0"/>
                  <a:t>( l ): Longitud del núcleo (m)</a:t>
                </a:r>
              </a:p>
              <a:p>
                <a:endParaRPr lang="es-EC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26441CC-4951-DB63-84B2-BA04421F7D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2" y="485244"/>
                <a:ext cx="8534400" cy="5610755"/>
              </a:xfrm>
              <a:blipFill>
                <a:blip r:embed="rId2"/>
                <a:stretch>
                  <a:fillRect l="-1429" t="-1522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1820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FCA935-607A-0EA0-4F8A-5D36127C8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3F457-BC9F-45C0-18D5-42C8CB616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0B0963-BB32-F9D3-40FD-5DCC561A2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068511"/>
            <a:ext cx="8534400" cy="3615267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5.2 Comportamiento con frecuencia</a:t>
            </a:r>
          </a:p>
          <a:p>
            <a:r>
              <a:rPr lang="es-EC" dirty="0">
                <a:solidFill>
                  <a:schemeClr val="tx1"/>
                </a:solidFill>
              </a:rPr>
              <a:t>Frecuencia	Capacitor	Inductor</a:t>
            </a:r>
          </a:p>
          <a:p>
            <a:r>
              <a:rPr lang="es-EC" dirty="0">
                <a:solidFill>
                  <a:schemeClr val="tx1"/>
                </a:solidFill>
              </a:rPr>
              <a:t>Baja	Alta impedancia	Baja impedancia</a:t>
            </a:r>
          </a:p>
          <a:p>
            <a:r>
              <a:rPr lang="es-EC" dirty="0">
                <a:solidFill>
                  <a:schemeClr val="tx1"/>
                </a:solidFill>
              </a:rPr>
              <a:t>Alta	Baja impedancia	Alta impedancia</a:t>
            </a:r>
          </a:p>
          <a:p>
            <a:endParaRPr lang="es-EC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625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023794-2939-8307-E3BE-F76EE3031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D13D6-604B-1364-3DF7-823699502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1C5F7C-A295-3BF9-0515-13121F8BD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368969"/>
            <a:ext cx="8876883" cy="6240378"/>
          </a:xfrm>
        </p:spPr>
        <p:txBody>
          <a:bodyPr>
            <a:normAutofit fontScale="55000" lnSpcReduction="20000"/>
          </a:bodyPr>
          <a:lstStyle/>
          <a:p>
            <a:r>
              <a:rPr lang="es-EC" dirty="0">
                <a:solidFill>
                  <a:schemeClr val="tx1"/>
                </a:solidFill>
              </a:rPr>
              <a:t>DIODOS SEMICONDUCTORES</a:t>
            </a:r>
          </a:p>
          <a:p>
            <a:endParaRPr lang="es-EC" dirty="0">
              <a:solidFill>
                <a:schemeClr val="tx1"/>
              </a:solidFill>
            </a:endParaRPr>
          </a:p>
          <a:p>
            <a:r>
              <a:rPr lang="es-EC" dirty="0">
                <a:solidFill>
                  <a:schemeClr val="tx1"/>
                </a:solidFill>
              </a:rPr>
              <a:t>FUNDAMENTOS DE SEMICONDUCTORES</a:t>
            </a:r>
          </a:p>
          <a:p>
            <a:r>
              <a:rPr lang="es-EC" dirty="0">
                <a:solidFill>
                  <a:schemeClr val="tx1"/>
                </a:solidFill>
              </a:rPr>
              <a:t>1.1 Materiales Semiconductores</a:t>
            </a:r>
          </a:p>
          <a:p>
            <a:r>
              <a:rPr lang="es-EC" dirty="0">
                <a:solidFill>
                  <a:schemeClr val="tx1"/>
                </a:solidFill>
              </a:rPr>
              <a:t>Los diodos están fabricados principalmente con:</a:t>
            </a:r>
          </a:p>
          <a:p>
            <a:r>
              <a:rPr lang="es-EC" dirty="0">
                <a:solidFill>
                  <a:schemeClr val="tx1"/>
                </a:solidFill>
              </a:rPr>
              <a:t>	Silicio (Si)</a:t>
            </a:r>
          </a:p>
          <a:p>
            <a:r>
              <a:rPr lang="es-EC" dirty="0">
                <a:solidFill>
                  <a:schemeClr val="tx1"/>
                </a:solidFill>
              </a:rPr>
              <a:t>	Germanio (Ge)</a:t>
            </a:r>
          </a:p>
          <a:p>
            <a:r>
              <a:rPr lang="es-EC" dirty="0">
                <a:solidFill>
                  <a:schemeClr val="tx1"/>
                </a:solidFill>
              </a:rPr>
              <a:t>	Arseniuro de galio (</a:t>
            </a:r>
            <a:r>
              <a:rPr lang="es-EC" dirty="0" err="1">
                <a:solidFill>
                  <a:schemeClr val="tx1"/>
                </a:solidFill>
              </a:rPr>
              <a:t>GaAs</a:t>
            </a:r>
            <a:r>
              <a:rPr lang="es-EC" dirty="0">
                <a:solidFill>
                  <a:schemeClr val="tx1"/>
                </a:solidFill>
              </a:rPr>
              <a:t>)</a:t>
            </a:r>
          </a:p>
          <a:p>
            <a:r>
              <a:rPr lang="es-EC" dirty="0">
                <a:solidFill>
                  <a:schemeClr val="tx1"/>
                </a:solidFill>
              </a:rPr>
              <a:t>Conductividad intermedia:</a:t>
            </a:r>
          </a:p>
          <a:p>
            <a:r>
              <a:rPr lang="es-EC" dirty="0" err="1">
                <a:solidFill>
                  <a:schemeClr val="tx1"/>
                </a:solidFill>
              </a:rPr>
              <a:t>σ_conductor</a:t>
            </a:r>
            <a:r>
              <a:rPr lang="es-EC" dirty="0">
                <a:solidFill>
                  <a:schemeClr val="tx1"/>
                </a:solidFill>
              </a:rPr>
              <a:t>&gt;</a:t>
            </a:r>
            <a:r>
              <a:rPr lang="es-EC" dirty="0" err="1">
                <a:solidFill>
                  <a:schemeClr val="tx1"/>
                </a:solidFill>
              </a:rPr>
              <a:t>σ_semiconductor</a:t>
            </a:r>
            <a:r>
              <a:rPr lang="es-EC" dirty="0">
                <a:solidFill>
                  <a:schemeClr val="tx1"/>
                </a:solidFill>
              </a:rPr>
              <a:t>&gt;</a:t>
            </a:r>
            <a:r>
              <a:rPr lang="es-EC" dirty="0" err="1">
                <a:solidFill>
                  <a:schemeClr val="tx1"/>
                </a:solidFill>
              </a:rPr>
              <a:t>σ_aislante</a:t>
            </a:r>
            <a:endParaRPr lang="es-EC" dirty="0">
              <a:solidFill>
                <a:schemeClr val="tx1"/>
              </a:solidFill>
            </a:endParaRPr>
          </a:p>
          <a:p>
            <a:endParaRPr lang="es-EC" dirty="0">
              <a:solidFill>
                <a:schemeClr val="tx1"/>
              </a:solidFill>
            </a:endParaRPr>
          </a:p>
          <a:p>
            <a:r>
              <a:rPr lang="es-EC" dirty="0">
                <a:solidFill>
                  <a:schemeClr val="tx1"/>
                </a:solidFill>
              </a:rPr>
              <a:t>1.2 Dopaje</a:t>
            </a:r>
          </a:p>
          <a:p>
            <a:r>
              <a:rPr lang="es-EC" dirty="0">
                <a:solidFill>
                  <a:schemeClr val="tx1"/>
                </a:solidFill>
              </a:rPr>
              <a:t>Tipo P:</a:t>
            </a:r>
          </a:p>
          <a:p>
            <a:r>
              <a:rPr lang="es-EC" dirty="0">
                <a:solidFill>
                  <a:schemeClr val="tx1"/>
                </a:solidFill>
              </a:rPr>
              <a:t>	Portadores mayoritarios: Huecos</a:t>
            </a:r>
          </a:p>
          <a:p>
            <a:r>
              <a:rPr lang="es-EC" dirty="0">
                <a:solidFill>
                  <a:schemeClr val="tx1"/>
                </a:solidFill>
              </a:rPr>
              <a:t>	Impurezas trivalentes (Boro)</a:t>
            </a:r>
          </a:p>
          <a:p>
            <a:r>
              <a:rPr lang="es-EC" dirty="0">
                <a:solidFill>
                  <a:schemeClr val="tx1"/>
                </a:solidFill>
              </a:rPr>
              <a:t>Tipo N:</a:t>
            </a:r>
          </a:p>
          <a:p>
            <a:r>
              <a:rPr lang="es-EC" dirty="0">
                <a:solidFill>
                  <a:schemeClr val="tx1"/>
                </a:solidFill>
              </a:rPr>
              <a:t>	Portadores mayoritarios: Electrones</a:t>
            </a:r>
          </a:p>
          <a:p>
            <a:r>
              <a:rPr lang="es-EC" dirty="0">
                <a:solidFill>
                  <a:schemeClr val="tx1"/>
                </a:solidFill>
              </a:rPr>
              <a:t>	Impurezas pentavalentes (Fósforo)</a:t>
            </a:r>
          </a:p>
          <a:p>
            <a:endParaRPr lang="es-EC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240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10FA5A-ACEE-4ABF-4181-472848F25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6C4037-04DE-8556-450D-90805A4F6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F24A76-7136-A836-2A14-9A3FA44D3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352926"/>
            <a:ext cx="8534400" cy="6019829"/>
          </a:xfrm>
        </p:spPr>
        <p:txBody>
          <a:bodyPr>
            <a:normAutofit fontScale="92500" lnSpcReduction="10000"/>
          </a:bodyPr>
          <a:lstStyle/>
          <a:p>
            <a:r>
              <a:rPr lang="es-EC" dirty="0">
                <a:solidFill>
                  <a:schemeClr val="tx1"/>
                </a:solidFill>
              </a:rPr>
              <a:t>LA UNIÓN PN</a:t>
            </a:r>
          </a:p>
          <a:p>
            <a:r>
              <a:rPr lang="es-EC" dirty="0">
                <a:solidFill>
                  <a:schemeClr val="tx1"/>
                </a:solidFill>
              </a:rPr>
              <a:t>2.1 Formación de la Región de Agotamiento</a:t>
            </a:r>
          </a:p>
          <a:p>
            <a:r>
              <a:rPr lang="es-EC" dirty="0">
                <a:solidFill>
                  <a:schemeClr val="tx1"/>
                </a:solidFill>
              </a:rPr>
              <a:t>Cuando se unen materiales P y N:</a:t>
            </a:r>
          </a:p>
          <a:p>
            <a:r>
              <a:rPr lang="es-EC" dirty="0">
                <a:solidFill>
                  <a:schemeClr val="tx1"/>
                </a:solidFill>
              </a:rPr>
              <a:t>	Difusión de electrones y huecos</a:t>
            </a:r>
          </a:p>
          <a:p>
            <a:r>
              <a:rPr lang="es-EC" dirty="0">
                <a:solidFill>
                  <a:schemeClr val="tx1"/>
                </a:solidFill>
              </a:rPr>
              <a:t>	</a:t>
            </a:r>
            <a:r>
              <a:rPr lang="es-EC" dirty="0" err="1">
                <a:solidFill>
                  <a:schemeClr val="tx1"/>
                </a:solidFill>
              </a:rPr>
              <a:t>Recombinción</a:t>
            </a:r>
            <a:endParaRPr lang="es-EC" dirty="0">
              <a:solidFill>
                <a:schemeClr val="tx1"/>
              </a:solidFill>
            </a:endParaRPr>
          </a:p>
          <a:p>
            <a:r>
              <a:rPr lang="es-EC" dirty="0">
                <a:solidFill>
                  <a:schemeClr val="tx1"/>
                </a:solidFill>
              </a:rPr>
              <a:t>	Formación de campo eléctrico interno</a:t>
            </a:r>
          </a:p>
          <a:p>
            <a:r>
              <a:rPr lang="es-EC" dirty="0">
                <a:solidFill>
                  <a:schemeClr val="tx1"/>
                </a:solidFill>
              </a:rPr>
              <a:t>	Aparición del voltaje de barrera</a:t>
            </a:r>
          </a:p>
          <a:p>
            <a:r>
              <a:rPr lang="es-EC" dirty="0">
                <a:solidFill>
                  <a:schemeClr val="tx1"/>
                </a:solidFill>
              </a:rPr>
              <a:t>Voltaje de barrera típico:</a:t>
            </a:r>
          </a:p>
          <a:p>
            <a:r>
              <a:rPr lang="es-EC" dirty="0">
                <a:solidFill>
                  <a:schemeClr val="tx1"/>
                </a:solidFill>
              </a:rPr>
              <a:t>Material	( V γ)</a:t>
            </a:r>
          </a:p>
          <a:p>
            <a:r>
              <a:rPr lang="es-EC" dirty="0">
                <a:solidFill>
                  <a:schemeClr val="tx1"/>
                </a:solidFill>
              </a:rPr>
              <a:t>Silicio	            0.7 V</a:t>
            </a:r>
          </a:p>
          <a:p>
            <a:r>
              <a:rPr lang="es-EC" dirty="0">
                <a:solidFill>
                  <a:schemeClr val="tx1"/>
                </a:solidFill>
              </a:rPr>
              <a:t>Germanio	0.3 V</a:t>
            </a:r>
          </a:p>
          <a:p>
            <a:r>
              <a:rPr lang="es-EC" dirty="0" err="1">
                <a:solidFill>
                  <a:schemeClr val="tx1"/>
                </a:solidFill>
              </a:rPr>
              <a:t>GaAs</a:t>
            </a:r>
            <a:r>
              <a:rPr lang="es-EC" dirty="0">
                <a:solidFill>
                  <a:schemeClr val="tx1"/>
                </a:solidFill>
              </a:rPr>
              <a:t>	            1.2 V</a:t>
            </a:r>
          </a:p>
          <a:p>
            <a:endParaRPr lang="es-EC" dirty="0">
              <a:solidFill>
                <a:schemeClr val="tx1"/>
              </a:solidFill>
            </a:endParaRPr>
          </a:p>
          <a:p>
            <a:endParaRPr lang="es-EC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646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D5DAA9-E6C3-11E1-BDF1-55F2AC8F5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1AE41-B56B-A147-AA2E-C440395C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A105CFE-9489-09A3-46B0-E6267AF4E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8358" y="834189"/>
            <a:ext cx="9512967" cy="553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786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5D1D1D-7E89-1E0E-512E-BC80D8042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65B900-21F4-F1C9-E132-E4462C222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717B44-1448-7A99-54DC-853BB979C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8534400" cy="5887511"/>
          </a:xfrm>
        </p:spPr>
        <p:txBody>
          <a:bodyPr>
            <a:normAutofit/>
          </a:bodyPr>
          <a:lstStyle/>
          <a:p>
            <a:r>
              <a:rPr lang="es-EC">
                <a:solidFill>
                  <a:schemeClr val="tx1"/>
                </a:solidFill>
              </a:rPr>
              <a:t>FUNCIONAMIENTO DEL DIODO</a:t>
            </a:r>
          </a:p>
          <a:p>
            <a:r>
              <a:rPr lang="es-EC" dirty="0">
                <a:solidFill>
                  <a:schemeClr val="tx1"/>
                </a:solidFill>
              </a:rPr>
              <a:t>3.1 Polarización Directa</a:t>
            </a:r>
          </a:p>
          <a:p>
            <a:r>
              <a:rPr lang="es-EC" dirty="0">
                <a:solidFill>
                  <a:schemeClr val="tx1"/>
                </a:solidFill>
              </a:rPr>
              <a:t>Condición:</a:t>
            </a:r>
          </a:p>
          <a:p>
            <a:r>
              <a:rPr lang="es-EC" dirty="0">
                <a:solidFill>
                  <a:schemeClr val="tx1"/>
                </a:solidFill>
              </a:rPr>
              <a:t>V_D&gt;</a:t>
            </a:r>
            <a:r>
              <a:rPr lang="es-EC" dirty="0" err="1">
                <a:solidFill>
                  <a:schemeClr val="tx1"/>
                </a:solidFill>
              </a:rPr>
              <a:t>V_γ</a:t>
            </a:r>
            <a:endParaRPr lang="es-EC" dirty="0">
              <a:solidFill>
                <a:schemeClr val="tx1"/>
              </a:solidFill>
            </a:endParaRPr>
          </a:p>
          <a:p>
            <a:r>
              <a:rPr lang="es-EC" dirty="0">
                <a:solidFill>
                  <a:schemeClr val="tx1"/>
                </a:solidFill>
              </a:rPr>
              <a:t>La corriente aumenta exponencialmente.</a:t>
            </a:r>
          </a:p>
          <a:p>
            <a:endParaRPr lang="es-EC" dirty="0">
              <a:solidFill>
                <a:schemeClr val="tx1"/>
              </a:solidFill>
            </a:endParaRPr>
          </a:p>
          <a:p>
            <a:r>
              <a:rPr lang="es-EC" dirty="0">
                <a:solidFill>
                  <a:schemeClr val="tx1"/>
                </a:solidFill>
              </a:rPr>
              <a:t>3.2 Polarización Inversa</a:t>
            </a:r>
          </a:p>
          <a:p>
            <a:r>
              <a:rPr lang="es-EC" dirty="0">
                <a:solidFill>
                  <a:schemeClr val="tx1"/>
                </a:solidFill>
              </a:rPr>
              <a:t>	Corriente ≈ ( I_S ) (corriente de saturación)</a:t>
            </a:r>
          </a:p>
          <a:p>
            <a:r>
              <a:rPr lang="es-EC" dirty="0">
                <a:solidFill>
                  <a:schemeClr val="tx1"/>
                </a:solidFill>
              </a:rPr>
              <a:t>	Si ( V ) supera voltaje crítico → ruptura</a:t>
            </a:r>
          </a:p>
          <a:p>
            <a:endParaRPr lang="es-EC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249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E41C7A-8493-054B-3D24-EF8FEC7D7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3DB70-7CA8-DEB2-9F51-9E8190E5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AEE2A0C-C577-02F7-AF07-078F069116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7462" y="485774"/>
            <a:ext cx="7201337" cy="588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838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E4E2A9-2A24-A3C0-EDA4-4F91F7635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5E921-B48E-8F5C-6ACB-C1DE609FE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26D1D-C4B1-C0E4-2758-7E8445F3A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8534400" cy="5887511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TIPOS DE DIODOS</a:t>
            </a:r>
          </a:p>
          <a:p>
            <a:r>
              <a:rPr lang="es-EC" dirty="0">
                <a:solidFill>
                  <a:schemeClr val="tx1"/>
                </a:solidFill>
              </a:rPr>
              <a:t>8.1 Diodo Rectificador</a:t>
            </a:r>
          </a:p>
          <a:p>
            <a:r>
              <a:rPr lang="es-EC" dirty="0">
                <a:solidFill>
                  <a:schemeClr val="tx1"/>
                </a:solidFill>
              </a:rPr>
              <a:t>	Alta corriente</a:t>
            </a:r>
          </a:p>
          <a:p>
            <a:r>
              <a:rPr lang="es-EC" dirty="0">
                <a:solidFill>
                  <a:schemeClr val="tx1"/>
                </a:solidFill>
              </a:rPr>
              <a:t>	Uso en fuentes</a:t>
            </a:r>
          </a:p>
          <a:p>
            <a:r>
              <a:rPr lang="es-EC" dirty="0">
                <a:solidFill>
                  <a:schemeClr val="tx1"/>
                </a:solidFill>
              </a:rPr>
              <a:t>8.2 Diodo Zener</a:t>
            </a:r>
          </a:p>
          <a:p>
            <a:r>
              <a:rPr lang="es-EC" dirty="0">
                <a:solidFill>
                  <a:schemeClr val="tx1"/>
                </a:solidFill>
              </a:rPr>
              <a:t>	Regulación de voltaje</a:t>
            </a:r>
          </a:p>
          <a:p>
            <a:r>
              <a:rPr lang="es-EC" dirty="0">
                <a:solidFill>
                  <a:schemeClr val="tx1"/>
                </a:solidFill>
              </a:rPr>
              <a:t>	Opera en ruptura controlada</a:t>
            </a:r>
          </a:p>
          <a:p>
            <a:r>
              <a:rPr lang="es-EC" dirty="0">
                <a:solidFill>
                  <a:schemeClr val="tx1"/>
                </a:solidFill>
              </a:rPr>
              <a:t>V_Z="Voltaje de regulación" </a:t>
            </a:r>
          </a:p>
          <a:p>
            <a:endParaRPr lang="es-EC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655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859621-8BA0-E4E0-AF2E-4347C8EE2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7FCE5-4E33-49F0-193F-94E84E009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C62862-3F32-BA61-0CDF-FBBE9B771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56674"/>
            <a:ext cx="8534400" cy="6116081"/>
          </a:xfrm>
        </p:spPr>
        <p:txBody>
          <a:bodyPr>
            <a:normAutofit fontScale="70000" lnSpcReduction="20000"/>
          </a:bodyPr>
          <a:lstStyle/>
          <a:p>
            <a:r>
              <a:rPr lang="es-EC" dirty="0">
                <a:solidFill>
                  <a:schemeClr val="tx1"/>
                </a:solidFill>
              </a:rPr>
              <a:t>8.3 LED (Diodo Emisor de Luz)</a:t>
            </a:r>
          </a:p>
          <a:p>
            <a:r>
              <a:rPr lang="es-EC" dirty="0">
                <a:solidFill>
                  <a:schemeClr val="tx1"/>
                </a:solidFill>
              </a:rPr>
              <a:t>Materiales:</a:t>
            </a:r>
          </a:p>
          <a:p>
            <a:r>
              <a:rPr lang="es-EC" dirty="0">
                <a:solidFill>
                  <a:schemeClr val="tx1"/>
                </a:solidFill>
              </a:rPr>
              <a:t>	</a:t>
            </a:r>
            <a:r>
              <a:rPr lang="es-EC" dirty="0" err="1">
                <a:solidFill>
                  <a:schemeClr val="tx1"/>
                </a:solidFill>
              </a:rPr>
              <a:t>GaAs</a:t>
            </a:r>
            <a:endParaRPr lang="es-EC" dirty="0">
              <a:solidFill>
                <a:schemeClr val="tx1"/>
              </a:solidFill>
            </a:endParaRPr>
          </a:p>
          <a:p>
            <a:r>
              <a:rPr lang="es-EC" dirty="0">
                <a:solidFill>
                  <a:schemeClr val="tx1"/>
                </a:solidFill>
              </a:rPr>
              <a:t>	</a:t>
            </a:r>
            <a:r>
              <a:rPr lang="es-EC" dirty="0" err="1">
                <a:solidFill>
                  <a:schemeClr val="tx1"/>
                </a:solidFill>
              </a:rPr>
              <a:t>GaP</a:t>
            </a:r>
            <a:endParaRPr lang="es-EC" dirty="0">
              <a:solidFill>
                <a:schemeClr val="tx1"/>
              </a:solidFill>
            </a:endParaRPr>
          </a:p>
          <a:p>
            <a:r>
              <a:rPr lang="es-EC" dirty="0">
                <a:solidFill>
                  <a:schemeClr val="tx1"/>
                </a:solidFill>
              </a:rPr>
              <a:t>Relación energía-fotón:</a:t>
            </a:r>
          </a:p>
          <a:p>
            <a:r>
              <a:rPr lang="es-EC" dirty="0">
                <a:solidFill>
                  <a:schemeClr val="tx1"/>
                </a:solidFill>
              </a:rPr>
              <a:t>E=</a:t>
            </a:r>
            <a:r>
              <a:rPr lang="es-EC" dirty="0" err="1">
                <a:solidFill>
                  <a:schemeClr val="tx1"/>
                </a:solidFill>
              </a:rPr>
              <a:t>hf</a:t>
            </a:r>
            <a:endParaRPr lang="es-EC" dirty="0">
              <a:solidFill>
                <a:schemeClr val="tx1"/>
              </a:solidFill>
            </a:endParaRPr>
          </a:p>
          <a:p>
            <a:r>
              <a:rPr lang="es-EC" dirty="0">
                <a:solidFill>
                  <a:schemeClr val="tx1"/>
                </a:solidFill>
              </a:rPr>
              <a:t>Donde:</a:t>
            </a:r>
          </a:p>
          <a:p>
            <a:r>
              <a:rPr lang="es-EC" dirty="0">
                <a:solidFill>
                  <a:schemeClr val="tx1"/>
                </a:solidFill>
              </a:rPr>
              <a:t>	( h ): Constante de Planck</a:t>
            </a:r>
          </a:p>
          <a:p>
            <a:r>
              <a:rPr lang="es-EC" dirty="0">
                <a:solidFill>
                  <a:schemeClr val="tx1"/>
                </a:solidFill>
              </a:rPr>
              <a:t>	( f ): Frecuencia de la luz</a:t>
            </a:r>
          </a:p>
          <a:p>
            <a:r>
              <a:rPr lang="es-EC" dirty="0">
                <a:solidFill>
                  <a:schemeClr val="tx1"/>
                </a:solidFill>
              </a:rPr>
              <a:t>8.4 Diodo Schottky</a:t>
            </a:r>
          </a:p>
          <a:p>
            <a:r>
              <a:rPr lang="es-EC" dirty="0">
                <a:solidFill>
                  <a:schemeClr val="tx1"/>
                </a:solidFill>
              </a:rPr>
              <a:t>	Unión metal-semiconductor</a:t>
            </a:r>
          </a:p>
          <a:p>
            <a:r>
              <a:rPr lang="es-EC" dirty="0">
                <a:solidFill>
                  <a:schemeClr val="tx1"/>
                </a:solidFill>
              </a:rPr>
              <a:t>	Baja caída (~0.3V)</a:t>
            </a:r>
          </a:p>
          <a:p>
            <a:r>
              <a:rPr lang="es-EC" dirty="0">
                <a:solidFill>
                  <a:schemeClr val="tx1"/>
                </a:solidFill>
              </a:rPr>
              <a:t>	Alta velocidad</a:t>
            </a:r>
          </a:p>
          <a:p>
            <a:r>
              <a:rPr lang="es-EC" dirty="0">
                <a:solidFill>
                  <a:schemeClr val="tx1"/>
                </a:solidFill>
              </a:rPr>
              <a:t>8.5 Fotodiodo</a:t>
            </a:r>
          </a:p>
          <a:p>
            <a:r>
              <a:rPr lang="es-EC" dirty="0">
                <a:solidFill>
                  <a:schemeClr val="tx1"/>
                </a:solidFill>
              </a:rPr>
              <a:t>Corriente proporcional a intensidad luminosa.</a:t>
            </a:r>
          </a:p>
          <a:p>
            <a:endParaRPr lang="es-EC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848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452DA1-E2FD-9CD3-C5F8-0FA09727E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8CDF04-89BC-2F00-024C-6B9021257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5CE2A50-1349-F761-38EB-CC28DC6E6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5454" y="485244"/>
            <a:ext cx="9673388" cy="588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317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1F53A-EBEE-4D84-8E21-479EDB28A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8F56A-52F8-94CF-9301-B989524A9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2EC2674-EFB4-9E5E-FB91-67DB81E105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0395" y="485243"/>
            <a:ext cx="8655942" cy="517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86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E0D4E3-7437-6759-BF20-7CE721F04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298774-7616-7C49-4139-89C74D281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CADBA49-BC14-BA4A-1E79-0CBA7FCA8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9621" y="1188526"/>
            <a:ext cx="9031705" cy="493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845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8077A-59E6-0A75-7BBE-1B258A370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2C377-8685-ED07-9413-86318BB51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/>
              <a:t/>
            </a:r>
            <a:br>
              <a:rPr lang="es-EC" b="1"/>
            </a:br>
            <a:endParaRPr lang="es-EC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CF0C6FA-9D4F-45B6-F219-E85F2094B3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4204" y="485244"/>
            <a:ext cx="8924849" cy="588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245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CA862-848B-D7AD-458C-AF870766B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04646-B743-F73F-3BC2-EC084116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6653CD9-0E1F-B668-81DD-FF99A6BF4C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0605268"/>
              </p:ext>
            </p:extLst>
          </p:nvPr>
        </p:nvGraphicFramePr>
        <p:xfrm>
          <a:off x="684212" y="994611"/>
          <a:ext cx="9422313" cy="4764510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3140771">
                  <a:extLst>
                    <a:ext uri="{9D8B030D-6E8A-4147-A177-3AD203B41FA5}">
                      <a16:colId xmlns:a16="http://schemas.microsoft.com/office/drawing/2014/main" val="1409398251"/>
                    </a:ext>
                  </a:extLst>
                </a:gridCol>
                <a:gridCol w="3140771">
                  <a:extLst>
                    <a:ext uri="{9D8B030D-6E8A-4147-A177-3AD203B41FA5}">
                      <a16:colId xmlns:a16="http://schemas.microsoft.com/office/drawing/2014/main" val="2943322906"/>
                    </a:ext>
                  </a:extLst>
                </a:gridCol>
                <a:gridCol w="3140771">
                  <a:extLst>
                    <a:ext uri="{9D8B030D-6E8A-4147-A177-3AD203B41FA5}">
                      <a16:colId xmlns:a16="http://schemas.microsoft.com/office/drawing/2014/main" val="3703565952"/>
                    </a:ext>
                  </a:extLst>
                </a:gridCol>
              </a:tblGrid>
              <a:tr h="794085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Tipo</a:t>
                      </a:r>
                      <a:endParaRPr lang="es-EC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84" marR="59084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Caída típica</a:t>
                      </a:r>
                      <a:endParaRPr lang="es-EC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84" marR="59084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Aplicación</a:t>
                      </a:r>
                      <a:endParaRPr lang="es-EC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84" marR="59084" marT="0" marB="0" anchor="b"/>
                </a:tc>
                <a:extLst>
                  <a:ext uri="{0D108BD9-81ED-4DB2-BD59-A6C34878D82A}">
                    <a16:rowId xmlns:a16="http://schemas.microsoft.com/office/drawing/2014/main" val="2485391664"/>
                  </a:ext>
                </a:extLst>
              </a:tr>
              <a:tr h="794085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Rectificador</a:t>
                      </a:r>
                      <a:endParaRPr lang="es-EC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84" marR="59084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0.7V</a:t>
                      </a:r>
                      <a:endParaRPr lang="es-EC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84" marR="59084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Fuentes</a:t>
                      </a:r>
                      <a:endParaRPr lang="es-EC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84" marR="59084" marT="0" marB="0"/>
                </a:tc>
                <a:extLst>
                  <a:ext uri="{0D108BD9-81ED-4DB2-BD59-A6C34878D82A}">
                    <a16:rowId xmlns:a16="http://schemas.microsoft.com/office/drawing/2014/main" val="3133499094"/>
                  </a:ext>
                </a:extLst>
              </a:tr>
              <a:tr h="794085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Zener</a:t>
                      </a:r>
                      <a:endParaRPr lang="es-EC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84" marR="59084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Variable</a:t>
                      </a:r>
                      <a:endParaRPr lang="es-EC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84" marR="59084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Regulación</a:t>
                      </a:r>
                      <a:endParaRPr lang="es-EC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84" marR="59084" marT="0" marB="0"/>
                </a:tc>
                <a:extLst>
                  <a:ext uri="{0D108BD9-81ED-4DB2-BD59-A6C34878D82A}">
                    <a16:rowId xmlns:a16="http://schemas.microsoft.com/office/drawing/2014/main" val="3189847405"/>
                  </a:ext>
                </a:extLst>
              </a:tr>
              <a:tr h="794085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Schottky</a:t>
                      </a:r>
                      <a:endParaRPr lang="es-EC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84" marR="59084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0.3V</a:t>
                      </a:r>
                      <a:endParaRPr lang="es-EC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84" marR="59084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Alta velocidad</a:t>
                      </a:r>
                      <a:endParaRPr lang="es-EC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84" marR="59084" marT="0" marB="0"/>
                </a:tc>
                <a:extLst>
                  <a:ext uri="{0D108BD9-81ED-4DB2-BD59-A6C34878D82A}">
                    <a16:rowId xmlns:a16="http://schemas.microsoft.com/office/drawing/2014/main" val="205022591"/>
                  </a:ext>
                </a:extLst>
              </a:tr>
              <a:tr h="794085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LED</a:t>
                      </a:r>
                      <a:endParaRPr lang="es-EC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84" marR="59084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1.8–3.3V</a:t>
                      </a:r>
                      <a:endParaRPr lang="es-EC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84" marR="59084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Indicadores</a:t>
                      </a:r>
                      <a:endParaRPr lang="es-EC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84" marR="59084" marT="0" marB="0"/>
                </a:tc>
                <a:extLst>
                  <a:ext uri="{0D108BD9-81ED-4DB2-BD59-A6C34878D82A}">
                    <a16:rowId xmlns:a16="http://schemas.microsoft.com/office/drawing/2014/main" val="383220106"/>
                  </a:ext>
                </a:extLst>
              </a:tr>
              <a:tr h="794085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Fotodiodo</a:t>
                      </a:r>
                      <a:endParaRPr lang="es-EC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84" marR="59084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Variable</a:t>
                      </a:r>
                      <a:endParaRPr lang="es-EC" sz="1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84" marR="59084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900" dirty="0" err="1">
                          <a:effectLst/>
                        </a:rPr>
                        <a:t>Sensores</a:t>
                      </a:r>
                      <a:endParaRPr lang="es-EC" sz="1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84" marR="59084" marT="0" marB="0"/>
                </a:tc>
                <a:extLst>
                  <a:ext uri="{0D108BD9-81ED-4DB2-BD59-A6C34878D82A}">
                    <a16:rowId xmlns:a16="http://schemas.microsoft.com/office/drawing/2014/main" val="142972734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38A109A-397F-C3D2-018A-79A05FD20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228528" rIns="91440" bIns="5078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C" sz="2000" b="0" i="0" u="none" strike="noStrike" cap="none" normalizeH="0" baseline="0">
                <a:ln>
                  <a:noFill/>
                </a:ln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COMPARACIÓN DE DIODOS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EC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6672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F9F2A2-A390-37E9-9EC5-C7D1A05AB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D2F0A-2597-F919-8796-93E8C47BC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8AA472-9EBE-5365-D607-453575CE6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8534400" cy="5887511"/>
          </a:xfrm>
        </p:spPr>
        <p:txBody>
          <a:bodyPr>
            <a:normAutofit fontScale="85000" lnSpcReduction="10000"/>
          </a:bodyPr>
          <a:lstStyle/>
          <a:p>
            <a:r>
              <a:rPr lang="es-EC" b="1" dirty="0"/>
              <a:t>TRANSISTOR BJT</a:t>
            </a:r>
          </a:p>
          <a:p>
            <a:r>
              <a:rPr lang="es-EC" b="1" dirty="0"/>
              <a:t>1. Introducción al Transistor Bipolar de Unión (BJT)</a:t>
            </a:r>
          </a:p>
          <a:p>
            <a:r>
              <a:rPr lang="es-EC" dirty="0"/>
              <a:t>El </a:t>
            </a:r>
            <a:r>
              <a:rPr lang="es-EC" b="1" dirty="0"/>
              <a:t>Transistor Bipolar de Unión (BJT)</a:t>
            </a:r>
            <a:r>
              <a:rPr lang="es-EC" dirty="0"/>
              <a:t> es un dispositivo semiconductor de tres capas y tres terminales:</a:t>
            </a:r>
          </a:p>
          <a:p>
            <a:pPr lvl="0"/>
            <a:r>
              <a:rPr lang="en-US" b="1" dirty="0" err="1"/>
              <a:t>Emisor</a:t>
            </a:r>
            <a:r>
              <a:rPr lang="en-US" b="1" dirty="0"/>
              <a:t> (E)</a:t>
            </a:r>
            <a:endParaRPr lang="es-EC" dirty="0"/>
          </a:p>
          <a:p>
            <a:pPr lvl="0"/>
            <a:r>
              <a:rPr lang="en-US" b="1" dirty="0"/>
              <a:t>Base (B)</a:t>
            </a:r>
            <a:endParaRPr lang="es-EC" dirty="0"/>
          </a:p>
          <a:p>
            <a:pPr lvl="0"/>
            <a:r>
              <a:rPr lang="en-US" b="1" dirty="0" err="1"/>
              <a:t>Colector</a:t>
            </a:r>
            <a:r>
              <a:rPr lang="en-US" b="1" dirty="0"/>
              <a:t> (C)</a:t>
            </a:r>
            <a:endParaRPr lang="es-EC" dirty="0"/>
          </a:p>
          <a:p>
            <a:r>
              <a:rPr lang="es-EC" dirty="0"/>
              <a:t>Se denomina </a:t>
            </a:r>
            <a:r>
              <a:rPr lang="es-EC" i="1" dirty="0"/>
              <a:t>bipolar</a:t>
            </a:r>
            <a:r>
              <a:rPr lang="es-EC" dirty="0"/>
              <a:t> porque intervienen </a:t>
            </a:r>
            <a:r>
              <a:rPr lang="es-EC" b="1" dirty="0"/>
              <a:t>dos tipos de portadores de carga</a:t>
            </a:r>
            <a:r>
              <a:rPr lang="es-EC" dirty="0"/>
              <a:t>:</a:t>
            </a:r>
          </a:p>
          <a:p>
            <a:pPr lvl="0"/>
            <a:r>
              <a:rPr lang="en-US" dirty="0" err="1"/>
              <a:t>Electrones</a:t>
            </a:r>
            <a:endParaRPr lang="es-EC" dirty="0"/>
          </a:p>
          <a:p>
            <a:pPr lvl="0"/>
            <a:r>
              <a:rPr lang="en-US" dirty="0" err="1"/>
              <a:t>Huecos</a:t>
            </a:r>
            <a:endParaRPr lang="es-EC" dirty="0"/>
          </a:p>
          <a:p>
            <a:r>
              <a:rPr lang="en-US" dirty="0" err="1"/>
              <a:t>Existen</a:t>
            </a:r>
            <a:r>
              <a:rPr lang="en-US" dirty="0"/>
              <a:t> dos </a:t>
            </a:r>
            <a:r>
              <a:rPr lang="en-US" dirty="0" err="1"/>
              <a:t>configuraciones</a:t>
            </a:r>
            <a:r>
              <a:rPr lang="en-US" dirty="0"/>
              <a:t> </a:t>
            </a:r>
            <a:r>
              <a:rPr lang="en-US" dirty="0" err="1"/>
              <a:t>estructurales</a:t>
            </a:r>
            <a:r>
              <a:rPr lang="en-US" dirty="0"/>
              <a:t>:</a:t>
            </a:r>
            <a:endParaRPr lang="es-EC" dirty="0"/>
          </a:p>
          <a:p>
            <a:pPr lvl="0"/>
            <a:r>
              <a:rPr lang="en-US" b="1" dirty="0"/>
              <a:t>NPN</a:t>
            </a:r>
            <a:endParaRPr lang="es-EC" dirty="0"/>
          </a:p>
          <a:p>
            <a:pPr lvl="0"/>
            <a:r>
              <a:rPr lang="en-US" b="1" dirty="0"/>
              <a:t>PNP</a:t>
            </a:r>
            <a:endParaRPr lang="es-EC" dirty="0"/>
          </a:p>
          <a:p>
            <a:endParaRPr lang="es-EC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0809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178F87-3DF5-944A-F900-64642A18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13A3F1-11C6-B246-9292-326AF7BD7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8387E6-C7D0-5ACD-6781-A2E769A66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8534400" cy="5887511"/>
          </a:xfrm>
        </p:spPr>
        <p:txBody>
          <a:bodyPr>
            <a:normAutofit/>
          </a:bodyPr>
          <a:lstStyle/>
          <a:p>
            <a:r>
              <a:rPr lang="es-EC" b="1" dirty="0"/>
              <a:t>Estructura Física y Principio de Operación</a:t>
            </a:r>
          </a:p>
          <a:p>
            <a:r>
              <a:rPr lang="es-EC" b="1" dirty="0"/>
              <a:t>2.1 Estructura NPN y PNP</a:t>
            </a:r>
          </a:p>
          <a:p>
            <a:endParaRPr lang="es-EC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285788D-EBF5-B5AD-75B2-4A3AAB87C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853" y="1732547"/>
            <a:ext cx="6192252" cy="410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6777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77D68-62D3-8D27-916F-B24AD260A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0BCCD-D9E3-40E6-DFBC-AA570F9C4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B2D9F0C-42E4-17A2-C25B-0BDD02504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6555" y="2595717"/>
            <a:ext cx="7049729" cy="354111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F1B042B-AD33-3BD0-6642-10F4480B1632}"/>
              </a:ext>
            </a:extLst>
          </p:cNvPr>
          <p:cNvSpPr txBox="1"/>
          <p:nvPr/>
        </p:nvSpPr>
        <p:spPr>
          <a:xfrm>
            <a:off x="1126958" y="721167"/>
            <a:ext cx="61040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dirty="0"/>
              <a:t>Características estructurales:</a:t>
            </a:r>
          </a:p>
          <a:p>
            <a:r>
              <a:rPr lang="es-EC" dirty="0"/>
              <a:t>Región	Dopaje	Función</a:t>
            </a:r>
          </a:p>
          <a:p>
            <a:r>
              <a:rPr lang="es-EC" dirty="0"/>
              <a:t>Emisor	Alto	Inyecta portadores</a:t>
            </a:r>
          </a:p>
          <a:p>
            <a:r>
              <a:rPr lang="es-EC" dirty="0"/>
              <a:t>Base	Bajo	Controla flujo</a:t>
            </a:r>
          </a:p>
          <a:p>
            <a:r>
              <a:rPr lang="es-EC" dirty="0"/>
              <a:t>Colector	Medio	Recoge portadores</a:t>
            </a:r>
          </a:p>
        </p:txBody>
      </p:sp>
    </p:spTree>
    <p:extLst>
      <p:ext uri="{BB962C8B-B14F-4D97-AF65-F5344CB8AC3E}">
        <p14:creationId xmlns:p14="http://schemas.microsoft.com/office/powerpoint/2010/main" val="28964729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ACBBE6-217C-66D4-A9D0-6B71FACCE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3DB7C-7704-C106-F0ED-876D4CE51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3B87A6-21B7-4986-48FC-6AF36DB5E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8534400" cy="5887511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Modos de Operación</a:t>
            </a:r>
          </a:p>
          <a:p>
            <a:r>
              <a:rPr lang="es-EC" dirty="0">
                <a:solidFill>
                  <a:schemeClr val="tx1"/>
                </a:solidFill>
              </a:rPr>
              <a:t>Región	Condición	Aplicación</a:t>
            </a:r>
          </a:p>
          <a:p>
            <a:r>
              <a:rPr lang="es-EC" dirty="0">
                <a:solidFill>
                  <a:schemeClr val="tx1"/>
                </a:solidFill>
              </a:rPr>
              <a:t>Corte	IB              ≈ 0	Interruptor abierto</a:t>
            </a:r>
          </a:p>
          <a:p>
            <a:r>
              <a:rPr lang="es-EC" dirty="0">
                <a:solidFill>
                  <a:schemeClr val="tx1"/>
                </a:solidFill>
              </a:rPr>
              <a:t>Activa	VBE ≈ 0.7 V	Amplificación</a:t>
            </a:r>
          </a:p>
          <a:p>
            <a:r>
              <a:rPr lang="es-EC" dirty="0">
                <a:solidFill>
                  <a:schemeClr val="tx1"/>
                </a:solidFill>
              </a:rPr>
              <a:t>Saturación	VCE ≈ 0.2 V	Interruptor cerrado</a:t>
            </a:r>
          </a:p>
          <a:p>
            <a:endParaRPr lang="es-EC" dirty="0">
              <a:solidFill>
                <a:schemeClr val="tx1"/>
              </a:solidFill>
            </a:endParaRPr>
          </a:p>
          <a:p>
            <a:endParaRPr lang="es-EC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640C7DF-5275-D937-24E6-31149997C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883" y="3549404"/>
            <a:ext cx="7202905" cy="256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25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CFC303-8856-A710-58FA-CDE743F6F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5AE53-8F2F-1FE6-C565-8368B6CEB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0C3EE8-02B1-3099-C417-5A09A8577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8534400" cy="5887511"/>
          </a:xfrm>
        </p:spPr>
        <p:txBody>
          <a:bodyPr>
            <a:normAutofit fontScale="92500" lnSpcReduction="10000"/>
          </a:bodyPr>
          <a:lstStyle/>
          <a:p>
            <a:r>
              <a:rPr lang="es-EC" dirty="0">
                <a:solidFill>
                  <a:schemeClr val="tx1"/>
                </a:solidFill>
              </a:rPr>
              <a:t>4. Modelo Matemático del BJT</a:t>
            </a:r>
          </a:p>
          <a:p>
            <a:r>
              <a:rPr lang="es-EC" dirty="0">
                <a:solidFill>
                  <a:schemeClr val="tx1"/>
                </a:solidFill>
              </a:rPr>
              <a:t>4.1 Relación Fundamental de Corrientes</a:t>
            </a:r>
          </a:p>
          <a:p>
            <a:r>
              <a:rPr lang="es-EC" dirty="0">
                <a:solidFill>
                  <a:schemeClr val="tx1"/>
                </a:solidFill>
              </a:rPr>
              <a:t>I_C=βI_B</a:t>
            </a:r>
          </a:p>
          <a:p>
            <a:r>
              <a:rPr lang="es-EC" dirty="0">
                <a:solidFill>
                  <a:schemeClr val="tx1"/>
                </a:solidFill>
              </a:rPr>
              <a:t>Donde:</a:t>
            </a:r>
          </a:p>
          <a:p>
            <a:r>
              <a:rPr lang="es-EC" dirty="0">
                <a:solidFill>
                  <a:schemeClr val="tx1"/>
                </a:solidFill>
              </a:rPr>
              <a:t>	( I_C ) = Corriente de colector (A)</a:t>
            </a:r>
          </a:p>
          <a:p>
            <a:r>
              <a:rPr lang="es-EC" dirty="0">
                <a:solidFill>
                  <a:schemeClr val="tx1"/>
                </a:solidFill>
              </a:rPr>
              <a:t>	( I_B ) = Corriente de base (A)</a:t>
            </a:r>
          </a:p>
          <a:p>
            <a:r>
              <a:rPr lang="es-EC" dirty="0">
                <a:solidFill>
                  <a:schemeClr val="tx1"/>
                </a:solidFill>
              </a:rPr>
              <a:t>	( β ) = Ganancia de corriente en configuración emisor común (adimensional)</a:t>
            </a:r>
          </a:p>
          <a:p>
            <a:r>
              <a:rPr lang="es-EC" dirty="0">
                <a:solidFill>
                  <a:schemeClr val="tx1"/>
                </a:solidFill>
              </a:rPr>
              <a:t>Valores típicos de ( β ):</a:t>
            </a:r>
          </a:p>
          <a:p>
            <a:r>
              <a:rPr lang="es-EC" dirty="0">
                <a:solidFill>
                  <a:schemeClr val="tx1"/>
                </a:solidFill>
              </a:rPr>
              <a:t>Tipo de transistor	β típico</a:t>
            </a:r>
          </a:p>
          <a:p>
            <a:r>
              <a:rPr lang="es-EC" dirty="0">
                <a:solidFill>
                  <a:schemeClr val="tx1"/>
                </a:solidFill>
              </a:rPr>
              <a:t>Señal pequeña	100 – 300</a:t>
            </a:r>
          </a:p>
          <a:p>
            <a:r>
              <a:rPr lang="es-EC" dirty="0">
                <a:solidFill>
                  <a:schemeClr val="tx1"/>
                </a:solidFill>
              </a:rPr>
              <a:t>Potencia	             20 – 100</a:t>
            </a:r>
          </a:p>
          <a:p>
            <a:endParaRPr lang="es-EC" dirty="0">
              <a:solidFill>
                <a:schemeClr val="tx1"/>
              </a:solidFill>
            </a:endParaRPr>
          </a:p>
          <a:p>
            <a:endParaRPr lang="es-EC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0364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0155FD-C6AB-796D-39FE-C57791038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41F0E-6BB4-8428-2C48-14B1375B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5464C4-05CF-5152-109B-5E20424BD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8534400" cy="5887511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4.2 Relación entre </a:t>
            </a:r>
            <a:r>
              <a:rPr lang="el-GR" dirty="0">
                <a:solidFill>
                  <a:schemeClr val="tx1"/>
                </a:solidFill>
              </a:rPr>
              <a:t>α </a:t>
            </a:r>
            <a:r>
              <a:rPr lang="es-EC" dirty="0">
                <a:solidFill>
                  <a:schemeClr val="tx1"/>
                </a:solidFill>
              </a:rPr>
              <a:t>y </a:t>
            </a:r>
            <a:r>
              <a:rPr lang="el-GR" dirty="0">
                <a:solidFill>
                  <a:schemeClr val="tx1"/>
                </a:solidFill>
              </a:rPr>
              <a:t>β</a:t>
            </a:r>
          </a:p>
          <a:p>
            <a:r>
              <a:rPr lang="el-GR" dirty="0">
                <a:solidFill>
                  <a:schemeClr val="tx1"/>
                </a:solidFill>
              </a:rPr>
              <a:t>β=α/(1-α)</a:t>
            </a:r>
          </a:p>
          <a:p>
            <a:r>
              <a:rPr lang="es-EC" dirty="0">
                <a:solidFill>
                  <a:schemeClr val="tx1"/>
                </a:solidFill>
              </a:rPr>
              <a:t>Donde:</a:t>
            </a:r>
          </a:p>
          <a:p>
            <a:r>
              <a:rPr lang="es-EC" dirty="0">
                <a:solidFill>
                  <a:schemeClr val="tx1"/>
                </a:solidFill>
              </a:rPr>
              <a:t>	( </a:t>
            </a:r>
            <a:r>
              <a:rPr lang="el-GR" dirty="0">
                <a:solidFill>
                  <a:schemeClr val="tx1"/>
                </a:solidFill>
              </a:rPr>
              <a:t>α = </a:t>
            </a:r>
            <a:r>
              <a:rPr lang="es-EC" dirty="0">
                <a:solidFill>
                  <a:schemeClr val="tx1"/>
                </a:solidFill>
              </a:rPr>
              <a:t>I_C/I_E )</a:t>
            </a:r>
          </a:p>
          <a:p>
            <a:r>
              <a:rPr lang="es-EC" dirty="0">
                <a:solidFill>
                  <a:schemeClr val="tx1"/>
                </a:solidFill>
              </a:rPr>
              <a:t>	( I_E = I_C + I_B )</a:t>
            </a:r>
          </a:p>
          <a:p>
            <a:r>
              <a:rPr lang="es-EC" dirty="0">
                <a:solidFill>
                  <a:schemeClr val="tx1"/>
                </a:solidFill>
              </a:rPr>
              <a:t>	( </a:t>
            </a:r>
            <a:r>
              <a:rPr lang="el-GR" dirty="0">
                <a:solidFill>
                  <a:schemeClr val="tx1"/>
                </a:solidFill>
              </a:rPr>
              <a:t>α ) ≈ 0.98 – 0.998</a:t>
            </a:r>
          </a:p>
          <a:p>
            <a:endParaRPr lang="es-EC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858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E380E9-783D-265E-3966-388F4A063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70B7C-546D-5D9F-9FBD-54CD78A18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421637-35A0-4318-AE00-FC6A6035E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8534400" cy="5887511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5. Curvas Características</a:t>
            </a:r>
          </a:p>
          <a:p>
            <a:r>
              <a:rPr lang="pt-BR" dirty="0">
                <a:solidFill>
                  <a:schemeClr val="tx1"/>
                </a:solidFill>
              </a:rPr>
              <a:t>5.1 Curvas de </a:t>
            </a:r>
            <a:r>
              <a:rPr lang="pt-BR" dirty="0" err="1">
                <a:solidFill>
                  <a:schemeClr val="tx1"/>
                </a:solidFill>
              </a:rPr>
              <a:t>Salida</a:t>
            </a:r>
            <a:r>
              <a:rPr lang="pt-BR" dirty="0">
                <a:solidFill>
                  <a:schemeClr val="tx1"/>
                </a:solidFill>
              </a:rPr>
              <a:t> (IC </a:t>
            </a:r>
            <a:r>
              <a:rPr lang="pt-BR" dirty="0" err="1">
                <a:solidFill>
                  <a:schemeClr val="tx1"/>
                </a:solidFill>
              </a:rPr>
              <a:t>vs</a:t>
            </a:r>
            <a:r>
              <a:rPr lang="pt-BR" dirty="0">
                <a:solidFill>
                  <a:schemeClr val="tx1"/>
                </a:solidFill>
              </a:rPr>
              <a:t> VCE)</a:t>
            </a:r>
          </a:p>
          <a:p>
            <a:endParaRPr lang="es-EC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5BA34DB-0072-3764-C2D5-DBF1FA151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642" y="1633572"/>
            <a:ext cx="7940841" cy="505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5032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D5217-3E68-EAD9-5FD7-7C5A8A900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1CB1F-CF78-20E6-533E-060200FCC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3AFEB5-7F22-222A-CA33-0352AC7C3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8534400" cy="5887511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5.2 Curva de Entrada (IC vs VBE)</a:t>
            </a:r>
          </a:p>
          <a:p>
            <a:r>
              <a:rPr lang="es-EC" dirty="0">
                <a:solidFill>
                  <a:schemeClr val="tx1"/>
                </a:solidFill>
              </a:rPr>
              <a:t>Comportamiento exponencial:</a:t>
            </a:r>
          </a:p>
          <a:p>
            <a:r>
              <a:rPr lang="es-EC" dirty="0" err="1">
                <a:solidFill>
                  <a:schemeClr val="tx1"/>
                </a:solidFill>
              </a:rPr>
              <a:t>I_C∝e</a:t>
            </a:r>
            <a:r>
              <a:rPr lang="es-EC" dirty="0">
                <a:solidFill>
                  <a:schemeClr val="tx1"/>
                </a:solidFill>
              </a:rPr>
              <a:t>^(V_BE/V_T )</a:t>
            </a:r>
          </a:p>
          <a:p>
            <a:r>
              <a:rPr lang="es-EC" dirty="0">
                <a:solidFill>
                  <a:schemeClr val="tx1"/>
                </a:solidFill>
              </a:rPr>
              <a:t>Escala logarítmica muestra linealidad aproximada.</a:t>
            </a:r>
          </a:p>
          <a:p>
            <a:endParaRPr lang="es-EC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B3DCFE7-C420-72AD-5057-D17FB27FE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621" y="3137617"/>
            <a:ext cx="9769642" cy="323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631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6FF2FC-A515-A252-2499-AAFD24491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8F4FA-E985-B133-FD5F-1D525B40E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941B5C-82B9-9382-0E8B-30B079430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8534400" cy="5887511"/>
          </a:xfrm>
        </p:spPr>
        <p:txBody>
          <a:bodyPr>
            <a:normAutofit/>
          </a:bodyPr>
          <a:lstStyle/>
          <a:p>
            <a:r>
              <a:rPr lang="es-EC" b="1" dirty="0"/>
              <a:t>6. Configuraciones del BJT</a:t>
            </a:r>
          </a:p>
          <a:p>
            <a:endParaRPr lang="es-EC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0BD0D2D-82F4-D792-91D9-608A6B2A2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664" y="1299411"/>
            <a:ext cx="8919410" cy="495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698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480173-F642-A21A-CCDF-6CF5C75EB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9B27A2-076C-767E-DA16-9C5E97CB9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D0ABC1-043B-0BCB-2D6E-F52CA4EEE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8534400" cy="5887511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6.1 Emisor Común (EC)</a:t>
            </a:r>
          </a:p>
          <a:p>
            <a:r>
              <a:rPr lang="es-EC" dirty="0">
                <a:solidFill>
                  <a:schemeClr val="tx1"/>
                </a:solidFill>
              </a:rPr>
              <a:t>	Alta ganancia de voltaje</a:t>
            </a:r>
          </a:p>
          <a:p>
            <a:r>
              <a:rPr lang="es-EC" dirty="0">
                <a:solidFill>
                  <a:schemeClr val="tx1"/>
                </a:solidFill>
              </a:rPr>
              <a:t>	Alta ganancia de corriente</a:t>
            </a:r>
          </a:p>
          <a:p>
            <a:r>
              <a:rPr lang="es-EC" dirty="0">
                <a:solidFill>
                  <a:schemeClr val="tx1"/>
                </a:solidFill>
              </a:rPr>
              <a:t>	Inversión de fase</a:t>
            </a:r>
          </a:p>
          <a:p>
            <a:endParaRPr lang="es-EC" dirty="0">
              <a:solidFill>
                <a:schemeClr val="tx1"/>
              </a:solidFill>
            </a:endParaRPr>
          </a:p>
          <a:p>
            <a:r>
              <a:rPr lang="es-EC" dirty="0">
                <a:solidFill>
                  <a:schemeClr val="tx1"/>
                </a:solidFill>
              </a:rPr>
              <a:t>Ganancia aproximada:</a:t>
            </a:r>
          </a:p>
          <a:p>
            <a:r>
              <a:rPr lang="es-EC" dirty="0" err="1">
                <a:solidFill>
                  <a:schemeClr val="tx1"/>
                </a:solidFill>
              </a:rPr>
              <a:t>A_v</a:t>
            </a:r>
            <a:r>
              <a:rPr lang="es-EC" dirty="0">
                <a:solidFill>
                  <a:schemeClr val="tx1"/>
                </a:solidFill>
              </a:rPr>
              <a:t>≈-</a:t>
            </a:r>
            <a:r>
              <a:rPr lang="es-EC" dirty="0" err="1">
                <a:solidFill>
                  <a:schemeClr val="tx1"/>
                </a:solidFill>
              </a:rPr>
              <a:t>g_m</a:t>
            </a:r>
            <a:r>
              <a:rPr lang="es-EC" dirty="0">
                <a:solidFill>
                  <a:schemeClr val="tx1"/>
                </a:solidFill>
              </a:rPr>
              <a:t> R_C</a:t>
            </a:r>
          </a:p>
          <a:p>
            <a:r>
              <a:rPr lang="es-EC" dirty="0">
                <a:solidFill>
                  <a:schemeClr val="tx1"/>
                </a:solidFill>
              </a:rPr>
              <a:t>Donde:</a:t>
            </a:r>
          </a:p>
          <a:p>
            <a:r>
              <a:rPr lang="es-EC" dirty="0">
                <a:solidFill>
                  <a:schemeClr val="tx1"/>
                </a:solidFill>
              </a:rPr>
              <a:t>	</a:t>
            </a:r>
            <a:r>
              <a:rPr lang="es-EC" dirty="0" err="1">
                <a:solidFill>
                  <a:schemeClr val="tx1"/>
                </a:solidFill>
              </a:rPr>
              <a:t>g_m</a:t>
            </a:r>
            <a:r>
              <a:rPr lang="es-EC" dirty="0">
                <a:solidFill>
                  <a:schemeClr val="tx1"/>
                </a:solidFill>
              </a:rPr>
              <a:t>  = Transconductancia</a:t>
            </a:r>
          </a:p>
          <a:p>
            <a:r>
              <a:rPr lang="es-EC" dirty="0">
                <a:solidFill>
                  <a:schemeClr val="tx1"/>
                </a:solidFill>
              </a:rPr>
              <a:t>	( R_C ) = Resistencia de colector</a:t>
            </a:r>
          </a:p>
          <a:p>
            <a:endParaRPr lang="es-EC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5922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A04CBB-6364-5818-CC0B-498711977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0BC4E3-4EB9-9127-AE4D-8CEF13A0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3472E43-2A36-3B66-C977-2C81C7956E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9041" y="954593"/>
            <a:ext cx="7455877" cy="454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9107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43DF05-1576-F790-47FC-5EE0DCDF7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AF6C9-76A3-2803-FE82-B053FCD8F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051D99-B418-57C3-A3C2-D68B0CD07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8534400" cy="5887511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6.2 Base Común (BC)</a:t>
            </a:r>
          </a:p>
          <a:p>
            <a:r>
              <a:rPr lang="es-EC" dirty="0">
                <a:solidFill>
                  <a:schemeClr val="tx1"/>
                </a:solidFill>
              </a:rPr>
              <a:t>	Alta ganancia de voltaje</a:t>
            </a:r>
          </a:p>
          <a:p>
            <a:r>
              <a:rPr lang="es-EC" dirty="0">
                <a:solidFill>
                  <a:schemeClr val="tx1"/>
                </a:solidFill>
              </a:rPr>
              <a:t>	Baja impedancia de entrada</a:t>
            </a:r>
          </a:p>
          <a:p>
            <a:r>
              <a:rPr lang="es-EC" dirty="0">
                <a:solidFill>
                  <a:schemeClr val="tx1"/>
                </a:solidFill>
              </a:rPr>
              <a:t>6.3 Colector Común (Seguidor de emisor)</a:t>
            </a:r>
          </a:p>
          <a:p>
            <a:r>
              <a:rPr lang="es-EC" dirty="0">
                <a:solidFill>
                  <a:schemeClr val="tx1"/>
                </a:solidFill>
              </a:rPr>
              <a:t>A_v≈1</a:t>
            </a:r>
          </a:p>
          <a:p>
            <a:r>
              <a:rPr lang="es-EC" dirty="0">
                <a:solidFill>
                  <a:schemeClr val="tx1"/>
                </a:solidFill>
              </a:rPr>
              <a:t>Alta impedancia de entrada</a:t>
            </a:r>
          </a:p>
          <a:p>
            <a:r>
              <a:rPr lang="es-EC" dirty="0">
                <a:solidFill>
                  <a:schemeClr val="tx1"/>
                </a:solidFill>
              </a:rPr>
              <a:t>Baja impedancia de salida</a:t>
            </a:r>
          </a:p>
          <a:p>
            <a:r>
              <a:rPr lang="es-EC" dirty="0">
                <a:solidFill>
                  <a:schemeClr val="tx1"/>
                </a:solidFill>
              </a:rPr>
              <a:t>Ideal para adaptación de impedancias.</a:t>
            </a:r>
          </a:p>
          <a:p>
            <a:endParaRPr lang="es-EC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3721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1D9564-81ED-20FC-7926-3C5A7A985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A48A80-6211-3B54-5B0F-4AE3156DB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73AF60-04C0-A501-AD41-26EC0423B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8534400" cy="5887511"/>
          </a:xfrm>
        </p:spPr>
        <p:txBody>
          <a:bodyPr>
            <a:normAutofit fontScale="92500"/>
          </a:bodyPr>
          <a:lstStyle/>
          <a:p>
            <a:r>
              <a:rPr lang="es-EC" dirty="0">
                <a:solidFill>
                  <a:schemeClr val="tx1"/>
                </a:solidFill>
              </a:rPr>
              <a:t>CIRCUITOS FILTRO</a:t>
            </a:r>
          </a:p>
          <a:p>
            <a:r>
              <a:rPr lang="es-EC" dirty="0">
                <a:solidFill>
                  <a:schemeClr val="tx1"/>
                </a:solidFill>
              </a:rPr>
              <a:t>Filtros Pasa Bajas (LPF) y Pasa Altas (HPF)</a:t>
            </a:r>
          </a:p>
          <a:p>
            <a:r>
              <a:rPr lang="es-EC" dirty="0">
                <a:solidFill>
                  <a:schemeClr val="tx1"/>
                </a:solidFill>
              </a:rPr>
              <a:t>1. Introducción</a:t>
            </a:r>
          </a:p>
          <a:p>
            <a:r>
              <a:rPr lang="es-EC" dirty="0">
                <a:solidFill>
                  <a:schemeClr val="tx1"/>
                </a:solidFill>
              </a:rPr>
              <a:t>Los circuitos filtro son sistemas eléctricos diseñados para permitir el paso de determinadas frecuencias y atenuar otras.</a:t>
            </a:r>
          </a:p>
          <a:p>
            <a:r>
              <a:rPr lang="es-EC" dirty="0">
                <a:solidFill>
                  <a:schemeClr val="tx1"/>
                </a:solidFill>
              </a:rPr>
              <a:t>En ciencias de la computación y sistemas digitales son fundamentales en:</a:t>
            </a:r>
          </a:p>
          <a:p>
            <a:r>
              <a:rPr lang="es-EC" dirty="0">
                <a:solidFill>
                  <a:schemeClr val="tx1"/>
                </a:solidFill>
              </a:rPr>
              <a:t>•	Procesamiento de señales</a:t>
            </a:r>
          </a:p>
          <a:p>
            <a:r>
              <a:rPr lang="es-EC" dirty="0">
                <a:solidFill>
                  <a:schemeClr val="tx1"/>
                </a:solidFill>
              </a:rPr>
              <a:t>•	Conversión ADC/DAC</a:t>
            </a:r>
          </a:p>
          <a:p>
            <a:r>
              <a:rPr lang="es-EC" dirty="0">
                <a:solidFill>
                  <a:schemeClr val="tx1"/>
                </a:solidFill>
              </a:rPr>
              <a:t>•	Eliminación de ruido</a:t>
            </a:r>
          </a:p>
          <a:p>
            <a:r>
              <a:rPr lang="es-EC" dirty="0">
                <a:solidFill>
                  <a:schemeClr val="tx1"/>
                </a:solidFill>
              </a:rPr>
              <a:t>•	Comunicaciones digitales</a:t>
            </a:r>
          </a:p>
          <a:p>
            <a:r>
              <a:rPr lang="es-EC" dirty="0">
                <a:solidFill>
                  <a:schemeClr val="tx1"/>
                </a:solidFill>
              </a:rPr>
              <a:t>•	Sistemas embebidos</a:t>
            </a:r>
          </a:p>
          <a:p>
            <a:endParaRPr lang="es-EC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2954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70741-02CB-ABB8-7467-577057290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69D14-0BAB-82BB-9045-16EFB8876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1B9A4E-1F3A-D57C-7D72-7C14FC4CA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8534400" cy="5887511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2. Conceptos Fundamentales</a:t>
            </a:r>
          </a:p>
          <a:p>
            <a:r>
              <a:rPr lang="es-EC" dirty="0">
                <a:solidFill>
                  <a:schemeClr val="tx1"/>
                </a:solidFill>
              </a:rPr>
              <a:t>2.1 Señal en el dominio del tiempo y frecuencia</a:t>
            </a:r>
          </a:p>
          <a:p>
            <a:r>
              <a:rPr lang="es-EC" dirty="0">
                <a:solidFill>
                  <a:schemeClr val="tx1"/>
                </a:solidFill>
              </a:rPr>
              <a:t>Toda señal puede representarse como:</a:t>
            </a:r>
          </a:p>
          <a:p>
            <a:r>
              <a:rPr lang="es-EC" dirty="0">
                <a:solidFill>
                  <a:schemeClr val="tx1"/>
                </a:solidFill>
              </a:rPr>
              <a:t>v(t)=</a:t>
            </a:r>
            <a:r>
              <a:rPr lang="es-EC" dirty="0" err="1">
                <a:solidFill>
                  <a:schemeClr val="tx1"/>
                </a:solidFill>
              </a:rPr>
              <a:t>V_m</a:t>
            </a:r>
            <a:r>
              <a:rPr lang="es-EC" dirty="0">
                <a:solidFill>
                  <a:schemeClr val="tx1"/>
                </a:solidFill>
              </a:rPr>
              <a:t> sin(</a:t>
            </a:r>
            <a:r>
              <a:rPr lang="es-EC" dirty="0" err="1">
                <a:solidFill>
                  <a:schemeClr val="tx1"/>
                </a:solidFill>
              </a:rPr>
              <a:t>ωt+ϕ</a:t>
            </a:r>
            <a:r>
              <a:rPr lang="es-EC" dirty="0">
                <a:solidFill>
                  <a:schemeClr val="tx1"/>
                </a:solidFill>
              </a:rPr>
              <a:t>)</a:t>
            </a:r>
          </a:p>
          <a:p>
            <a:r>
              <a:rPr lang="es-EC" dirty="0">
                <a:solidFill>
                  <a:schemeClr val="tx1"/>
                </a:solidFill>
              </a:rPr>
              <a:t>Donde:</a:t>
            </a:r>
          </a:p>
          <a:p>
            <a:r>
              <a:rPr lang="es-EC" dirty="0">
                <a:solidFill>
                  <a:schemeClr val="tx1"/>
                </a:solidFill>
              </a:rPr>
              <a:t>	( </a:t>
            </a:r>
            <a:r>
              <a:rPr lang="es-EC" dirty="0" err="1">
                <a:solidFill>
                  <a:schemeClr val="tx1"/>
                </a:solidFill>
              </a:rPr>
              <a:t>V_m</a:t>
            </a:r>
            <a:r>
              <a:rPr lang="es-EC" dirty="0">
                <a:solidFill>
                  <a:schemeClr val="tx1"/>
                </a:solidFill>
              </a:rPr>
              <a:t> ) = amplitud máxima (V)</a:t>
            </a:r>
          </a:p>
          <a:p>
            <a:r>
              <a:rPr lang="es-EC" dirty="0">
                <a:solidFill>
                  <a:schemeClr val="tx1"/>
                </a:solidFill>
              </a:rPr>
              <a:t>	( ω = 2π f ) = frecuencia angular (rad/s)</a:t>
            </a:r>
          </a:p>
          <a:p>
            <a:r>
              <a:rPr lang="es-EC" dirty="0">
                <a:solidFill>
                  <a:schemeClr val="tx1"/>
                </a:solidFill>
              </a:rPr>
              <a:t>	( f ) = frecuencia (Hz)</a:t>
            </a:r>
          </a:p>
          <a:p>
            <a:r>
              <a:rPr lang="es-EC" dirty="0">
                <a:solidFill>
                  <a:schemeClr val="tx1"/>
                </a:solidFill>
              </a:rPr>
              <a:t>	π = fase (rad)</a:t>
            </a:r>
          </a:p>
          <a:p>
            <a:endParaRPr lang="es-EC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2930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09858A-274F-898D-D2CD-3E22220E7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1C4A4-899D-C1D6-90BB-173815C67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7D15F8-7EC4-2977-3C3E-CBD60559A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8534400" cy="5887511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2.2 Impedancia en régimen senoidal</a:t>
            </a:r>
          </a:p>
          <a:p>
            <a:r>
              <a:rPr lang="es-EC" dirty="0">
                <a:solidFill>
                  <a:schemeClr val="tx1"/>
                </a:solidFill>
              </a:rPr>
              <a:t>Resistencia</a:t>
            </a:r>
          </a:p>
          <a:p>
            <a:r>
              <a:rPr lang="es-EC" dirty="0">
                <a:solidFill>
                  <a:schemeClr val="tx1"/>
                </a:solidFill>
              </a:rPr>
              <a:t>Z_R=R</a:t>
            </a:r>
          </a:p>
          <a:p>
            <a:r>
              <a:rPr lang="es-EC" dirty="0">
                <a:solidFill>
                  <a:schemeClr val="tx1"/>
                </a:solidFill>
              </a:rPr>
              <a:t>	( R ) = resistencia (Ω)</a:t>
            </a:r>
          </a:p>
          <a:p>
            <a:r>
              <a:rPr lang="es-EC" dirty="0">
                <a:solidFill>
                  <a:schemeClr val="tx1"/>
                </a:solidFill>
              </a:rPr>
              <a:t>Capacitor</a:t>
            </a:r>
          </a:p>
          <a:p>
            <a:r>
              <a:rPr lang="es-EC" dirty="0">
                <a:solidFill>
                  <a:schemeClr val="tx1"/>
                </a:solidFill>
              </a:rPr>
              <a:t>Z_C=1/</a:t>
            </a:r>
            <a:r>
              <a:rPr lang="es-EC" dirty="0" err="1">
                <a:solidFill>
                  <a:schemeClr val="tx1"/>
                </a:solidFill>
              </a:rPr>
              <a:t>jωC</a:t>
            </a:r>
            <a:endParaRPr lang="es-EC" dirty="0">
              <a:solidFill>
                <a:schemeClr val="tx1"/>
              </a:solidFill>
            </a:endParaRPr>
          </a:p>
          <a:p>
            <a:r>
              <a:rPr lang="es-EC" dirty="0">
                <a:solidFill>
                  <a:schemeClr val="tx1"/>
                </a:solidFill>
              </a:rPr>
              <a:t>	( C ) = capacitancia (F)</a:t>
            </a:r>
          </a:p>
          <a:p>
            <a:r>
              <a:rPr lang="es-EC" dirty="0">
                <a:solidFill>
                  <a:schemeClr val="tx1"/>
                </a:solidFill>
              </a:rPr>
              <a:t>	( j = √(-1) )</a:t>
            </a:r>
          </a:p>
          <a:p>
            <a:r>
              <a:rPr lang="es-EC" dirty="0">
                <a:solidFill>
                  <a:schemeClr val="tx1"/>
                </a:solidFill>
              </a:rPr>
              <a:t>	( ω= 2π f )</a:t>
            </a:r>
          </a:p>
          <a:p>
            <a:r>
              <a:rPr lang="es-EC" dirty="0">
                <a:solidFill>
                  <a:schemeClr val="tx1"/>
                </a:solidFill>
              </a:rPr>
              <a:t>El capacitor tiene comportamiento dependiente de frecuencia.</a:t>
            </a:r>
          </a:p>
          <a:p>
            <a:endParaRPr lang="es-EC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2619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CCB95C-9802-DF17-252E-2A61A62B1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504443-834B-E096-730F-CD9208F63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F43E2B-2BF9-14D7-E2FA-6D172D3E5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8534400" cy="5887511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3. Filtro Pasa Bajas RC</a:t>
            </a:r>
          </a:p>
          <a:p>
            <a:r>
              <a:rPr lang="es-EC" dirty="0">
                <a:solidFill>
                  <a:schemeClr val="tx1"/>
                </a:solidFill>
              </a:rPr>
              <a:t>3.1 Circuito</a:t>
            </a:r>
          </a:p>
          <a:p>
            <a:endParaRPr lang="es-EC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5B5D3A8-E8BE-4BFC-C1DC-B1F849DE7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671" y="1778073"/>
            <a:ext cx="5438103" cy="438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1565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301FB0-4217-2375-4A94-910E04ABE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F7F1E8-09C9-CBBC-B699-0D96B17BD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D82852-4617-58A6-AA27-F25F29FC4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4914730" cy="5887511"/>
          </a:xfrm>
        </p:spPr>
        <p:txBody>
          <a:bodyPr>
            <a:normAutofit fontScale="70000" lnSpcReduction="20000"/>
          </a:bodyPr>
          <a:lstStyle/>
          <a:p>
            <a:r>
              <a:rPr lang="es-EC" dirty="0">
                <a:solidFill>
                  <a:schemeClr val="tx1"/>
                </a:solidFill>
              </a:rPr>
              <a:t>3.2 Función de Transferencia</a:t>
            </a:r>
          </a:p>
          <a:p>
            <a:r>
              <a:rPr lang="es-EC" dirty="0">
                <a:solidFill>
                  <a:schemeClr val="tx1"/>
                </a:solidFill>
              </a:rPr>
              <a:t>Aplicando divisor de impedancias:</a:t>
            </a:r>
          </a:p>
          <a:p>
            <a:r>
              <a:rPr lang="es-EC" dirty="0">
                <a:solidFill>
                  <a:schemeClr val="tx1"/>
                </a:solidFill>
              </a:rPr>
              <a:t>H(j</a:t>
            </a:r>
            <a:r>
              <a:rPr lang="el-GR" dirty="0">
                <a:solidFill>
                  <a:schemeClr val="tx1"/>
                </a:solidFill>
              </a:rPr>
              <a:t>ω)=</a:t>
            </a:r>
            <a:r>
              <a:rPr lang="es-EC" dirty="0" err="1">
                <a:solidFill>
                  <a:schemeClr val="tx1"/>
                </a:solidFill>
              </a:rPr>
              <a:t>V_out</a:t>
            </a:r>
            <a:r>
              <a:rPr lang="es-EC" dirty="0">
                <a:solidFill>
                  <a:schemeClr val="tx1"/>
                </a:solidFill>
              </a:rPr>
              <a:t>/</a:t>
            </a:r>
            <a:r>
              <a:rPr lang="es-EC" dirty="0" err="1">
                <a:solidFill>
                  <a:schemeClr val="tx1"/>
                </a:solidFill>
              </a:rPr>
              <a:t>V_in</a:t>
            </a:r>
            <a:r>
              <a:rPr lang="es-EC" dirty="0">
                <a:solidFill>
                  <a:schemeClr val="tx1"/>
                </a:solidFill>
              </a:rPr>
              <a:t> =Z_C/(R+Z_C )</a:t>
            </a:r>
          </a:p>
          <a:p>
            <a:r>
              <a:rPr lang="es-EC" dirty="0">
                <a:solidFill>
                  <a:schemeClr val="tx1"/>
                </a:solidFill>
              </a:rPr>
              <a:t>Sustituyendo ( Z_C ):</a:t>
            </a:r>
          </a:p>
          <a:p>
            <a:r>
              <a:rPr lang="es-EC" dirty="0">
                <a:solidFill>
                  <a:schemeClr val="tx1"/>
                </a:solidFill>
              </a:rPr>
              <a:t>H(j</a:t>
            </a:r>
            <a:r>
              <a:rPr lang="el-GR" dirty="0">
                <a:solidFill>
                  <a:schemeClr val="tx1"/>
                </a:solidFill>
              </a:rPr>
              <a:t>ω)=1/(1+</a:t>
            </a:r>
            <a:r>
              <a:rPr lang="es-EC" dirty="0">
                <a:solidFill>
                  <a:schemeClr val="tx1"/>
                </a:solidFill>
              </a:rPr>
              <a:t>j</a:t>
            </a:r>
            <a:r>
              <a:rPr lang="el-GR" dirty="0">
                <a:solidFill>
                  <a:schemeClr val="tx1"/>
                </a:solidFill>
              </a:rPr>
              <a:t>ω</a:t>
            </a:r>
            <a:r>
              <a:rPr lang="es-EC" dirty="0">
                <a:solidFill>
                  <a:schemeClr val="tx1"/>
                </a:solidFill>
              </a:rPr>
              <a:t>RC)</a:t>
            </a:r>
          </a:p>
          <a:p>
            <a:endParaRPr lang="es-EC" dirty="0">
              <a:solidFill>
                <a:schemeClr val="tx1"/>
              </a:solidFill>
            </a:endParaRPr>
          </a:p>
          <a:p>
            <a:r>
              <a:rPr lang="es-EC" dirty="0">
                <a:solidFill>
                  <a:schemeClr val="tx1"/>
                </a:solidFill>
              </a:rPr>
              <a:t>3.3 Frecuencia de Corte</a:t>
            </a:r>
          </a:p>
          <a:p>
            <a:r>
              <a:rPr lang="es-EC" dirty="0" err="1">
                <a:solidFill>
                  <a:schemeClr val="tx1"/>
                </a:solidFill>
              </a:rPr>
              <a:t>f_c</a:t>
            </a:r>
            <a:r>
              <a:rPr lang="es-EC" dirty="0">
                <a:solidFill>
                  <a:schemeClr val="tx1"/>
                </a:solidFill>
              </a:rPr>
              <a:t>=1/2</a:t>
            </a:r>
            <a:r>
              <a:rPr lang="el-GR" dirty="0">
                <a:solidFill>
                  <a:schemeClr val="tx1"/>
                </a:solidFill>
              </a:rPr>
              <a:t>π</a:t>
            </a:r>
            <a:r>
              <a:rPr lang="es-EC" dirty="0">
                <a:solidFill>
                  <a:schemeClr val="tx1"/>
                </a:solidFill>
              </a:rPr>
              <a:t>RC</a:t>
            </a:r>
          </a:p>
          <a:p>
            <a:r>
              <a:rPr lang="es-EC" dirty="0">
                <a:solidFill>
                  <a:schemeClr val="tx1"/>
                </a:solidFill>
              </a:rPr>
              <a:t>Variables:</a:t>
            </a:r>
          </a:p>
          <a:p>
            <a:r>
              <a:rPr lang="es-EC" dirty="0">
                <a:solidFill>
                  <a:schemeClr val="tx1"/>
                </a:solidFill>
              </a:rPr>
              <a:t>	( </a:t>
            </a:r>
            <a:r>
              <a:rPr lang="es-EC" dirty="0" err="1">
                <a:solidFill>
                  <a:schemeClr val="tx1"/>
                </a:solidFill>
              </a:rPr>
              <a:t>f_c</a:t>
            </a:r>
            <a:r>
              <a:rPr lang="es-EC" dirty="0">
                <a:solidFill>
                  <a:schemeClr val="tx1"/>
                </a:solidFill>
              </a:rPr>
              <a:t> ) = frecuencia de corte (Hz)</a:t>
            </a:r>
          </a:p>
          <a:p>
            <a:r>
              <a:rPr lang="es-EC" dirty="0">
                <a:solidFill>
                  <a:schemeClr val="tx1"/>
                </a:solidFill>
              </a:rPr>
              <a:t>	( R ) = resistencia (</a:t>
            </a:r>
            <a:r>
              <a:rPr lang="el-GR" dirty="0">
                <a:solidFill>
                  <a:schemeClr val="tx1"/>
                </a:solidFill>
              </a:rPr>
              <a:t>Ω)</a:t>
            </a:r>
          </a:p>
          <a:p>
            <a:r>
              <a:rPr lang="el-GR" dirty="0">
                <a:solidFill>
                  <a:schemeClr val="tx1"/>
                </a:solidFill>
              </a:rPr>
              <a:t>	( </a:t>
            </a:r>
            <a:r>
              <a:rPr lang="es-EC" dirty="0">
                <a:solidFill>
                  <a:schemeClr val="tx1"/>
                </a:solidFill>
              </a:rPr>
              <a:t>C ) = capacitancia (F)</a:t>
            </a:r>
          </a:p>
          <a:p>
            <a:r>
              <a:rPr lang="es-EC" dirty="0">
                <a:solidFill>
                  <a:schemeClr val="tx1"/>
                </a:solidFill>
              </a:rPr>
              <a:t>En ( </a:t>
            </a:r>
            <a:r>
              <a:rPr lang="es-EC" dirty="0" err="1">
                <a:solidFill>
                  <a:schemeClr val="tx1"/>
                </a:solidFill>
              </a:rPr>
              <a:t>f_c</a:t>
            </a:r>
            <a:r>
              <a:rPr lang="es-EC" dirty="0">
                <a:solidFill>
                  <a:schemeClr val="tx1"/>
                </a:solidFill>
              </a:rPr>
              <a:t> ):</a:t>
            </a:r>
          </a:p>
          <a:p>
            <a:r>
              <a:rPr lang="es-EC" dirty="0">
                <a:solidFill>
                  <a:schemeClr val="tx1"/>
                </a:solidFill>
              </a:rPr>
              <a:t>|H|=1/√2≈0.707</a:t>
            </a:r>
          </a:p>
          <a:p>
            <a:r>
              <a:rPr lang="es-EC" dirty="0">
                <a:solidFill>
                  <a:schemeClr val="tx1"/>
                </a:solidFill>
              </a:rPr>
              <a:t>Esto equivale a −3 dB</a:t>
            </a:r>
            <a:r>
              <a:rPr lang="es-EC" dirty="0" smtClean="0">
                <a:solidFill>
                  <a:schemeClr val="tx1"/>
                </a:solidFill>
              </a:rPr>
              <a:t>.</a:t>
            </a:r>
          </a:p>
          <a:p>
            <a:endParaRPr lang="es-EC" dirty="0" smtClean="0">
              <a:solidFill>
                <a:schemeClr val="tx1"/>
              </a:solidFill>
            </a:endParaRPr>
          </a:p>
          <a:p>
            <a:endParaRPr lang="es-EC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/>
              <p:cNvSpPr txBox="1"/>
              <p:nvPr/>
            </p:nvSpPr>
            <p:spPr>
              <a:xfrm>
                <a:off x="4951412" y="1238777"/>
                <a:ext cx="6710705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EC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s-MX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s-MX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MX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MX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MX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s-MX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𝑹𝑪</m:t>
                        </m:r>
                      </m:den>
                    </m:f>
                  </m:oMath>
                </a14:m>
                <a:r>
                  <a:rPr lang="es-EC" dirty="0"/>
                  <a:t> </a:t>
                </a:r>
                <a:endParaRPr lang="es-EC" dirty="0" smtClean="0"/>
              </a:p>
              <a:p>
                <a:pPr algn="ctr"/>
                <a:endParaRPr lang="es-EC" dirty="0"/>
              </a:p>
              <a:p>
                <a:endParaRPr lang="es-EC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C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𝑘𝐻𝑧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MX" i="1" dirty="0" smtClean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𝑡𝑜𝑑𝑜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𝑙𝑜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𝑞𝑢𝑒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𝑠𝑒𝑎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𝑚𝑒𝑛𝑜𝑟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𝑙𝑎</m:t>
                      </m:r>
                      <m:sSub>
                        <m:sSubPr>
                          <m:ctrlPr>
                            <a:rPr lang="es-EC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𝑣𝑎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𝑝𝑎𝑠𝑎𝑟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s-MX" i="1" dirty="0" smtClean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𝐸𝑁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𝑃𝐴𝑆𝑂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𝐵𝐴𝐽𝑂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𝐿𝑃𝐵</m:t>
                          </m:r>
                        </m:e>
                      </m:d>
                    </m:oMath>
                  </m:oMathPara>
                </a14:m>
                <a:endParaRPr lang="es-MX" dirty="0" smtClean="0"/>
              </a:p>
              <a:p>
                <a:endParaRPr lang="es-MX" dirty="0" smtClean="0"/>
              </a:p>
              <a:p>
                <a:endParaRPr lang="es-MX" dirty="0"/>
              </a:p>
              <a:p>
                <a:endParaRPr lang="es-MX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C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𝑘𝐻𝑧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MX" i="1" dirty="0" smtClean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𝑡𝑜𝑑𝑜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𝑙𝑜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𝑞𝑢𝑒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𝑠𝑒𝑎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𝑀𝐴𝑌𝑂𝑅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𝑙𝑎</m:t>
                      </m:r>
                      <m:sSub>
                        <m:sSubPr>
                          <m:ctrlPr>
                            <a:rPr lang="es-EC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𝑣𝑎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𝑝𝑎𝑠𝑎𝑟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s-MX" i="1" dirty="0" smtClean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𝐸𝑁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𝑃𝐴𝑆𝑂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𝐴𝐿𝑇𝑂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𝐻𝑃𝐵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412" y="1238777"/>
                <a:ext cx="6710705" cy="3539430"/>
              </a:xfrm>
              <a:prstGeom prst="rect">
                <a:avLst/>
              </a:prstGeom>
              <a:blipFill>
                <a:blip r:embed="rId2"/>
                <a:stretch>
                  <a:fillRect b="-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06679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983413-3C5D-335D-D494-C0994D9FE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8811CF-5D64-DB86-AE9C-91554BA3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90ADDA-563D-3B97-882B-076993FE5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8534400" cy="5887511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3.6 Gráfico Conceptual (Bode)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C30AA60-CEB6-ECAA-903A-80FEBB35E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955" y="1647931"/>
            <a:ext cx="8885119" cy="431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3799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F57D01-CB0C-B6F6-2044-F9C0E646F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CDEED3-8CAC-0796-3C7F-2A803B7C4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23312F-6513-8866-3A24-87FF52954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8534400" cy="5887511"/>
          </a:xfrm>
        </p:spPr>
        <p:txBody>
          <a:bodyPr>
            <a:normAutofit/>
          </a:bodyPr>
          <a:lstStyle/>
          <a:p>
            <a:r>
              <a:rPr lang="es-EC" b="1" dirty="0"/>
              <a:t>4. Filtro Pasa Altas RC</a:t>
            </a:r>
          </a:p>
          <a:p>
            <a:r>
              <a:rPr lang="es-EC" b="1" dirty="0"/>
              <a:t>4.1 Circuito</a:t>
            </a:r>
          </a:p>
          <a:p>
            <a:endParaRPr lang="es-EC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03444C5-53CC-4ECF-7F6B-ADADDACFE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218" y="1989351"/>
            <a:ext cx="7335296" cy="438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8440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4FB4B-B6BF-B37D-4936-DCD82DA05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C672A-760B-0347-6144-8A7268692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FC441A-029B-BA81-3536-51E189F2A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485244"/>
            <a:ext cx="8534401" cy="5873353"/>
          </a:xfrm>
        </p:spPr>
        <p:txBody>
          <a:bodyPr>
            <a:normAutofit/>
          </a:bodyPr>
          <a:lstStyle/>
          <a:p>
            <a:r>
              <a:rPr lang="es-EC" dirty="0" smtClean="0">
                <a:solidFill>
                  <a:schemeClr val="tx1"/>
                </a:solidFill>
              </a:rPr>
              <a:t>4.2 Función de Transferencia</a:t>
            </a:r>
          </a:p>
          <a:p>
            <a:r>
              <a:rPr lang="es-EC" dirty="0">
                <a:solidFill>
                  <a:schemeClr val="tx1"/>
                </a:solidFill>
              </a:rPr>
              <a:t>H(j</a:t>
            </a:r>
            <a:r>
              <a:rPr lang="el-GR" dirty="0">
                <a:solidFill>
                  <a:schemeClr val="tx1"/>
                </a:solidFill>
              </a:rPr>
              <a:t>ω)=</a:t>
            </a:r>
            <a:r>
              <a:rPr lang="es-EC" dirty="0">
                <a:solidFill>
                  <a:schemeClr val="tx1"/>
                </a:solidFill>
              </a:rPr>
              <a:t>j</a:t>
            </a:r>
            <a:r>
              <a:rPr lang="el-GR" dirty="0">
                <a:solidFill>
                  <a:schemeClr val="tx1"/>
                </a:solidFill>
              </a:rPr>
              <a:t>ω</a:t>
            </a:r>
            <a:r>
              <a:rPr lang="es-EC" dirty="0">
                <a:solidFill>
                  <a:schemeClr val="tx1"/>
                </a:solidFill>
              </a:rPr>
              <a:t>RC/(1+j</a:t>
            </a:r>
            <a:r>
              <a:rPr lang="el-GR" dirty="0">
                <a:solidFill>
                  <a:schemeClr val="tx1"/>
                </a:solidFill>
              </a:rPr>
              <a:t>ω</a:t>
            </a:r>
            <a:r>
              <a:rPr lang="es-EC" dirty="0">
                <a:solidFill>
                  <a:schemeClr val="tx1"/>
                </a:solidFill>
              </a:rPr>
              <a:t>RC)</a:t>
            </a:r>
          </a:p>
          <a:p>
            <a:endParaRPr lang="es-EC" dirty="0">
              <a:solidFill>
                <a:schemeClr val="tx1"/>
              </a:solidFill>
            </a:endParaRPr>
          </a:p>
          <a:p>
            <a:r>
              <a:rPr lang="es-EC" dirty="0">
                <a:solidFill>
                  <a:schemeClr val="tx1"/>
                </a:solidFill>
              </a:rPr>
              <a:t>4.3 Magnitud</a:t>
            </a:r>
          </a:p>
          <a:p>
            <a:r>
              <a:rPr lang="es-EC" dirty="0">
                <a:solidFill>
                  <a:schemeClr val="tx1"/>
                </a:solidFill>
              </a:rPr>
              <a:t>|H(j</a:t>
            </a:r>
            <a:r>
              <a:rPr lang="el-GR" dirty="0">
                <a:solidFill>
                  <a:schemeClr val="tx1"/>
                </a:solidFill>
              </a:rPr>
              <a:t>ω)|=ω</a:t>
            </a:r>
            <a:r>
              <a:rPr lang="es-EC" dirty="0">
                <a:solidFill>
                  <a:schemeClr val="tx1"/>
                </a:solidFill>
              </a:rPr>
              <a:t>RC/√(1+(</a:t>
            </a:r>
            <a:r>
              <a:rPr lang="el-GR" dirty="0">
                <a:solidFill>
                  <a:schemeClr val="tx1"/>
                </a:solidFill>
              </a:rPr>
              <a:t>ω</a:t>
            </a:r>
            <a:r>
              <a:rPr lang="es-EC" dirty="0">
                <a:solidFill>
                  <a:schemeClr val="tx1"/>
                </a:solidFill>
              </a:rPr>
              <a:t>RC)^2 )</a:t>
            </a:r>
          </a:p>
          <a:p>
            <a:endParaRPr lang="es-EC" dirty="0">
              <a:solidFill>
                <a:schemeClr val="tx1"/>
              </a:solidFill>
            </a:endParaRPr>
          </a:p>
          <a:p>
            <a:r>
              <a:rPr lang="es-EC" dirty="0">
                <a:solidFill>
                  <a:schemeClr val="tx1"/>
                </a:solidFill>
              </a:rPr>
              <a:t>4.4 Frecuencia de Corte</a:t>
            </a:r>
          </a:p>
          <a:p>
            <a:r>
              <a:rPr lang="es-EC" dirty="0" err="1">
                <a:solidFill>
                  <a:schemeClr val="tx1"/>
                </a:solidFill>
              </a:rPr>
              <a:t>f_c</a:t>
            </a:r>
            <a:r>
              <a:rPr lang="es-EC" dirty="0">
                <a:solidFill>
                  <a:schemeClr val="tx1"/>
                </a:solidFill>
              </a:rPr>
              <a:t>=1/2</a:t>
            </a:r>
            <a:r>
              <a:rPr lang="el-GR" dirty="0">
                <a:solidFill>
                  <a:schemeClr val="tx1"/>
                </a:solidFill>
              </a:rPr>
              <a:t>π</a:t>
            </a:r>
            <a:r>
              <a:rPr lang="es-EC" dirty="0">
                <a:solidFill>
                  <a:schemeClr val="tx1"/>
                </a:solidFill>
              </a:rPr>
              <a:t>RC</a:t>
            </a:r>
          </a:p>
          <a:p>
            <a:r>
              <a:rPr lang="es-EC" dirty="0">
                <a:solidFill>
                  <a:schemeClr val="tx1"/>
                </a:solidFill>
              </a:rPr>
              <a:t>Misma expresión que LPF</a:t>
            </a:r>
            <a:r>
              <a:rPr lang="es-EC" dirty="0" smtClean="0">
                <a:solidFill>
                  <a:schemeClr val="tx1"/>
                </a:solidFill>
              </a:rPr>
              <a:t>.</a:t>
            </a:r>
          </a:p>
          <a:p>
            <a:endParaRPr lang="es-MX" b="0" dirty="0" smtClean="0"/>
          </a:p>
          <a:p>
            <a:endParaRPr lang="es-MX" b="0" dirty="0" smtClean="0"/>
          </a:p>
        </p:txBody>
      </p:sp>
    </p:spTree>
    <p:extLst>
      <p:ext uri="{BB962C8B-B14F-4D97-AF65-F5344CB8AC3E}">
        <p14:creationId xmlns:p14="http://schemas.microsoft.com/office/powerpoint/2010/main" val="31276687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016" y="911058"/>
            <a:ext cx="1686194" cy="254823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7904" y="815796"/>
            <a:ext cx="1724266" cy="275310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164" y="911058"/>
            <a:ext cx="2126691" cy="248312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550" y="911058"/>
            <a:ext cx="2403019" cy="248312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800" y="3698408"/>
            <a:ext cx="1876687" cy="2143424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6115" y="3698408"/>
            <a:ext cx="1895740" cy="195289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0016" y="4065172"/>
            <a:ext cx="1581371" cy="121937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5483" y="3893698"/>
            <a:ext cx="2029108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285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166" y="2603836"/>
            <a:ext cx="1619476" cy="1552792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316736" y="2097024"/>
            <a:ext cx="190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O,2 microfaradios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4689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E576C5-18D9-4D08-2A95-65D26EBA7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7D6AF6-634A-FDA5-28BB-EA1D59328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C88A6E-55A3-4C12-DA59-7CF25959B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8534400" cy="5887511"/>
          </a:xfrm>
        </p:spPr>
        <p:txBody>
          <a:bodyPr>
            <a:normAutofit/>
          </a:bodyPr>
          <a:lstStyle/>
          <a:p>
            <a:endParaRPr lang="es-EC" dirty="0">
              <a:solidFill>
                <a:schemeClr val="tx1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163" y="1238777"/>
            <a:ext cx="7011378" cy="469648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687" y="1198375"/>
            <a:ext cx="1565476" cy="266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169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596E70-6DD0-C335-49DF-831A43268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FA1239-24B7-65D8-5D59-D437AE35F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s-EC" b="1" dirty="0"/>
              <a:t/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6E4B2E-F03D-B09B-1E1E-8A12B00DC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85244"/>
            <a:ext cx="8534400" cy="5887511"/>
          </a:xfrm>
        </p:spPr>
        <p:txBody>
          <a:bodyPr>
            <a:normAutofit/>
          </a:bodyPr>
          <a:lstStyle/>
          <a:p>
            <a:endParaRPr lang="es-EC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6962"/>
            <a:ext cx="11291162" cy="444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5602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8822</TotalTime>
  <Words>636</Words>
  <Application>Microsoft Office PowerPoint</Application>
  <PresentationFormat>Panorámica</PresentationFormat>
  <Paragraphs>350</Paragraphs>
  <Slides>47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58" baseType="lpstr">
      <vt:lpstr>Aptos</vt:lpstr>
      <vt:lpstr>Aptos Display</vt:lpstr>
      <vt:lpstr>Arial</vt:lpstr>
      <vt:lpstr>Calibri</vt:lpstr>
      <vt:lpstr>Cambria Math</vt:lpstr>
      <vt:lpstr>Symbol</vt:lpstr>
      <vt:lpstr>Times New Roman</vt:lpstr>
      <vt:lpstr>Trebuchet MS</vt:lpstr>
      <vt:lpstr>Tw Cen MT</vt:lpstr>
      <vt:lpstr>Wingdings 3</vt:lpstr>
      <vt:lpstr>Circuito</vt:lpstr>
      <vt:lpstr>Electrónica</vt:lpstr>
      <vt:lpstr>INTRODUCCIÓN A LOS DISPOSITIVOS PASIVOS</vt:lpstr>
      <vt:lpstr>RESISTENCIA (R)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Presentación de PowerPoint</vt:lpstr>
      <vt:lpstr>Presentación de PowerPoint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Electrónica</dc:title>
  <dc:creator>Jorge Enrique Lopez Logacho</dc:creator>
  <cp:lastModifiedBy>Alumno</cp:lastModifiedBy>
  <cp:revision>6</cp:revision>
  <dcterms:created xsi:type="dcterms:W3CDTF">2026-04-14T20:01:25Z</dcterms:created>
  <dcterms:modified xsi:type="dcterms:W3CDTF">2026-05-04T17:36:04Z</dcterms:modified>
</cp:coreProperties>
</file>